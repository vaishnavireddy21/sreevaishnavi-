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Poppins" panose="00000500000000000000" pitchFamily="2" charset="0"/>
      <p:regular r:id="rId15"/>
    </p:embeddedFont>
    <p:embeddedFont>
      <p:font typeface="Poppins Bold" panose="020B0604020202020204" charset="0"/>
      <p:regular r:id="rId16"/>
    </p:embeddedFont>
    <p:embeddedFont>
      <p:font typeface="Poppins Italics" panose="020B0604020202020204" charset="0"/>
      <p:regular r:id="rId17"/>
    </p:embeddedFont>
    <p:embeddedFont>
      <p:font typeface="Roboto" panose="020000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-494" y="-4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damsumeeth12@outlook.com" userId="91f6b006cce44ded" providerId="LiveId" clId="{C71E0E64-5D0E-4AE6-AEE8-BD76480353CB}"/>
    <pc:docChg chg="modSld">
      <pc:chgData name="chindamsumeeth12@outlook.com" userId="91f6b006cce44ded" providerId="LiveId" clId="{C71E0E64-5D0E-4AE6-AEE8-BD76480353CB}" dt="2025-11-08T07:27:20.218" v="0" actId="20577"/>
      <pc:docMkLst>
        <pc:docMk/>
      </pc:docMkLst>
      <pc:sldChg chg="modSp mod">
        <pc:chgData name="chindamsumeeth12@outlook.com" userId="91f6b006cce44ded" providerId="LiveId" clId="{C71E0E64-5D0E-4AE6-AEE8-BD76480353CB}" dt="2025-11-08T07:27:20.218" v="0" actId="20577"/>
        <pc:sldMkLst>
          <pc:docMk/>
          <pc:sldMk cId="0" sldId="262"/>
        </pc:sldMkLst>
        <pc:spChg chg="mod">
          <ac:chgData name="chindamsumeeth12@outlook.com" userId="91f6b006cce44ded" providerId="LiveId" clId="{C71E0E64-5D0E-4AE6-AEE8-BD76480353CB}" dt="2025-11-08T07:27:20.218" v="0" actId="20577"/>
          <ac:spMkLst>
            <pc:docMk/>
            <pc:sldMk cId="0" sldId="262"/>
            <ac:spMk id="2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sumeeth-chindam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8620"/>
            <a:ext cx="18288000" cy="11068050"/>
          </a:xfrm>
          <a:custGeom>
            <a:avLst/>
            <a:gdLst/>
            <a:ahLst/>
            <a:cxnLst/>
            <a:rect l="l" t="t" r="r" b="b"/>
            <a:pathLst>
              <a:path w="18288000" h="11068050">
                <a:moveTo>
                  <a:pt x="0" y="0"/>
                </a:moveTo>
                <a:lnTo>
                  <a:pt x="18288000" y="0"/>
                </a:lnTo>
                <a:lnTo>
                  <a:pt x="18288000" y="11068050"/>
                </a:lnTo>
                <a:lnTo>
                  <a:pt x="0" y="11068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5197" y="4259885"/>
            <a:ext cx="16355997" cy="5061918"/>
          </a:xfrm>
          <a:custGeom>
            <a:avLst/>
            <a:gdLst/>
            <a:ahLst/>
            <a:cxnLst/>
            <a:rect l="l" t="t" r="r" b="b"/>
            <a:pathLst>
              <a:path w="16355997" h="5061918">
                <a:moveTo>
                  <a:pt x="0" y="0"/>
                </a:moveTo>
                <a:lnTo>
                  <a:pt x="16355996" y="0"/>
                </a:lnTo>
                <a:lnTo>
                  <a:pt x="16355996" y="5061918"/>
                </a:lnTo>
                <a:lnTo>
                  <a:pt x="0" y="5061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760856" y="1246022"/>
            <a:ext cx="1495425" cy="371475"/>
            <a:chOff x="0" y="0"/>
            <a:chExt cx="1495425" cy="371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95425" cy="371475"/>
            </a:xfrm>
            <a:custGeom>
              <a:avLst/>
              <a:gdLst/>
              <a:ahLst/>
              <a:cxnLst/>
              <a:rect l="l" t="t" r="r" b="b"/>
              <a:pathLst>
                <a:path w="1495425" h="371475">
                  <a:moveTo>
                    <a:pt x="187325" y="0"/>
                  </a:moveTo>
                  <a:cubicBezTo>
                    <a:pt x="83820" y="0"/>
                    <a:pt x="0" y="83820"/>
                    <a:pt x="0" y="187325"/>
                  </a:cubicBezTo>
                  <a:cubicBezTo>
                    <a:pt x="0" y="279146"/>
                    <a:pt x="65913" y="355346"/>
                    <a:pt x="153035" y="371475"/>
                  </a:cubicBezTo>
                  <a:lnTo>
                    <a:pt x="221615" y="371475"/>
                  </a:lnTo>
                  <a:cubicBezTo>
                    <a:pt x="308737" y="355346"/>
                    <a:pt x="374650" y="279019"/>
                    <a:pt x="374650" y="187325"/>
                  </a:cubicBezTo>
                  <a:cubicBezTo>
                    <a:pt x="374650" y="83820"/>
                    <a:pt x="290830" y="0"/>
                    <a:pt x="187325" y="0"/>
                  </a:cubicBezTo>
                  <a:close/>
                  <a:moveTo>
                    <a:pt x="749173" y="0"/>
                  </a:moveTo>
                  <a:cubicBezTo>
                    <a:pt x="645668" y="0"/>
                    <a:pt x="561848" y="83820"/>
                    <a:pt x="561848" y="187325"/>
                  </a:cubicBezTo>
                  <a:cubicBezTo>
                    <a:pt x="561848" y="279146"/>
                    <a:pt x="627761" y="355346"/>
                    <a:pt x="714883" y="371475"/>
                  </a:cubicBezTo>
                  <a:lnTo>
                    <a:pt x="783463" y="371475"/>
                  </a:lnTo>
                  <a:cubicBezTo>
                    <a:pt x="870585" y="355346"/>
                    <a:pt x="936498" y="279019"/>
                    <a:pt x="936498" y="187325"/>
                  </a:cubicBezTo>
                  <a:cubicBezTo>
                    <a:pt x="936498" y="83820"/>
                    <a:pt x="852678" y="0"/>
                    <a:pt x="749173" y="0"/>
                  </a:cubicBezTo>
                  <a:close/>
                  <a:moveTo>
                    <a:pt x="1311021" y="0"/>
                  </a:moveTo>
                  <a:cubicBezTo>
                    <a:pt x="1207643" y="0"/>
                    <a:pt x="1123823" y="83820"/>
                    <a:pt x="1123823" y="187325"/>
                  </a:cubicBezTo>
                  <a:cubicBezTo>
                    <a:pt x="1123823" y="279146"/>
                    <a:pt x="1189736" y="355346"/>
                    <a:pt x="1276858" y="371475"/>
                  </a:cubicBezTo>
                  <a:lnTo>
                    <a:pt x="1345438" y="371475"/>
                  </a:lnTo>
                  <a:cubicBezTo>
                    <a:pt x="1421638" y="357378"/>
                    <a:pt x="1481709" y="297180"/>
                    <a:pt x="1495425" y="220726"/>
                  </a:cubicBezTo>
                  <a:lnTo>
                    <a:pt x="1495425" y="220726"/>
                  </a:lnTo>
                  <a:lnTo>
                    <a:pt x="1495425" y="153797"/>
                  </a:lnTo>
                  <a:lnTo>
                    <a:pt x="1495425" y="153797"/>
                  </a:lnTo>
                  <a:cubicBezTo>
                    <a:pt x="1479677" y="66294"/>
                    <a:pt x="1403223" y="0"/>
                    <a:pt x="13111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085842" y="5162550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129" t="-49205" r="-36430" b="-63615"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-63503" y="-63503"/>
            <a:ext cx="18414997" cy="10413997"/>
            <a:chOff x="0" y="0"/>
            <a:chExt cx="18415000" cy="10414000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10287000"/>
                  </a:moveTo>
                  <a:lnTo>
                    <a:pt x="18288000" y="10287000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5824327" y="1309497"/>
              <a:ext cx="1498473" cy="374650"/>
            </a:xfrm>
            <a:custGeom>
              <a:avLst/>
              <a:gdLst/>
              <a:ahLst/>
              <a:cxnLst/>
              <a:rect l="l" t="t" r="r" b="b"/>
              <a:pathLst>
                <a:path w="1498473" h="374650">
                  <a:moveTo>
                    <a:pt x="0" y="374650"/>
                  </a:moveTo>
                  <a:lnTo>
                    <a:pt x="1498473" y="374650"/>
                  </a:lnTo>
                  <a:lnTo>
                    <a:pt x="14984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4453870" y="4957445"/>
              <a:ext cx="1281939" cy="1281938"/>
            </a:xfrm>
            <a:custGeom>
              <a:avLst/>
              <a:gdLst/>
              <a:ahLst/>
              <a:cxnLst/>
              <a:rect l="l" t="t" r="r" b="b"/>
              <a:pathLst>
                <a:path w="1281939" h="1281938">
                  <a:moveTo>
                    <a:pt x="0" y="1281938"/>
                  </a:moveTo>
                  <a:lnTo>
                    <a:pt x="1281938" y="1281938"/>
                  </a:lnTo>
                  <a:lnTo>
                    <a:pt x="1281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9276588" y="7466965"/>
              <a:ext cx="2871089" cy="28575"/>
            </a:xfrm>
            <a:custGeom>
              <a:avLst/>
              <a:gdLst/>
              <a:ahLst/>
              <a:cxnLst/>
              <a:rect l="l" t="t" r="r" b="b"/>
              <a:pathLst>
                <a:path w="2871089" h="28575">
                  <a:moveTo>
                    <a:pt x="0" y="28575"/>
                  </a:moveTo>
                  <a:lnTo>
                    <a:pt x="2871089" y="28575"/>
                  </a:lnTo>
                  <a:lnTo>
                    <a:pt x="287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2045056" y="5565400"/>
            <a:ext cx="8103108" cy="282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4"/>
              </a:lnSpc>
            </a:pPr>
            <a:r>
              <a:rPr lang="en-US" sz="8700" b="1">
                <a:solidFill>
                  <a:srgbClr val="073E88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Loan Modelling</a:t>
            </a:r>
          </a:p>
          <a:p>
            <a:pPr algn="l">
              <a:lnSpc>
                <a:spcPts val="1050"/>
              </a:lnSpc>
            </a:pPr>
            <a:r>
              <a:rPr lang="en-US" sz="2100">
                <a:solidFill>
                  <a:srgbClr val="101419"/>
                </a:solidFill>
                <a:latin typeface="Roboto"/>
                <a:ea typeface="Roboto"/>
                <a:cs typeface="Roboto"/>
                <a:sym typeface="Roboto"/>
              </a:rPr>
              <a:t>Elevating Business with Strategic Excellence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13123" y="7838523"/>
            <a:ext cx="1914925" cy="38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6"/>
              </a:lnSpc>
            </a:pPr>
            <a:r>
              <a:rPr lang="en-US" sz="2112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Presented by: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82869" y="8344405"/>
            <a:ext cx="65913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2400" b="1">
                <a:solidFill>
                  <a:srgbClr val="073E88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13123" y="8144380"/>
            <a:ext cx="301383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73E88"/>
                </a:solidFill>
                <a:latin typeface="Poppins Bold"/>
                <a:ea typeface="Poppins Bold"/>
                <a:cs typeface="Poppins Bold"/>
                <a:sym typeface="Poppins Bold"/>
              </a:rPr>
              <a:t>Chindam</a:t>
            </a: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00" b="1">
                <a:solidFill>
                  <a:srgbClr val="073E88"/>
                </a:solidFill>
                <a:latin typeface="Poppins Bold"/>
                <a:ea typeface="Poppins Bold"/>
                <a:cs typeface="Poppins Bold"/>
                <a:sym typeface="Poppins Bold"/>
              </a:rPr>
              <a:t>Sumeeth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445" y="437445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141801" y="2013585"/>
            <a:ext cx="6259830" cy="6259830"/>
            <a:chOff x="0" y="0"/>
            <a:chExt cx="8346440" cy="8346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346440" cy="8346440"/>
            </a:xfrm>
            <a:custGeom>
              <a:avLst/>
              <a:gdLst/>
              <a:ahLst/>
              <a:cxnLst/>
              <a:rect l="l" t="t" r="r" b="b"/>
              <a:pathLst>
                <a:path w="8346440" h="8346440">
                  <a:moveTo>
                    <a:pt x="4173220" y="0"/>
                  </a:moveTo>
                  <a:cubicBezTo>
                    <a:pt x="1868424" y="0"/>
                    <a:pt x="0" y="1868424"/>
                    <a:pt x="0" y="4173220"/>
                  </a:cubicBezTo>
                  <a:cubicBezTo>
                    <a:pt x="0" y="6477381"/>
                    <a:pt x="1867281" y="8345297"/>
                    <a:pt x="4171061" y="8346440"/>
                  </a:cubicBezTo>
                  <a:lnTo>
                    <a:pt x="4175252" y="8346440"/>
                  </a:lnTo>
                  <a:cubicBezTo>
                    <a:pt x="6479032" y="8345297"/>
                    <a:pt x="8346312" y="6477381"/>
                    <a:pt x="8346312" y="4173220"/>
                  </a:cubicBezTo>
                  <a:cubicBezTo>
                    <a:pt x="8346440" y="1868424"/>
                    <a:pt x="6478016" y="0"/>
                    <a:pt x="4173220" y="0"/>
                  </a:cubicBezTo>
                  <a:close/>
                </a:path>
              </a:pathLst>
            </a:custGeom>
            <a:blipFill>
              <a:blip r:embed="rId4"/>
              <a:stretch>
                <a:fillRect l="-13675" r="-3398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878006" y="4968240"/>
            <a:ext cx="104775" cy="104775"/>
            <a:chOff x="0" y="0"/>
            <a:chExt cx="104775" cy="10477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878006" y="5806440"/>
            <a:ext cx="104775" cy="104775"/>
            <a:chOff x="0" y="0"/>
            <a:chExt cx="104775" cy="104775"/>
          </a:xfrm>
        </p:grpSpPr>
        <p:sp>
          <p:nvSpPr>
            <p:cNvPr id="8" name="Freeform 8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878006" y="6644640"/>
            <a:ext cx="104775" cy="104775"/>
            <a:chOff x="0" y="0"/>
            <a:chExt cx="104775" cy="104775"/>
          </a:xfrm>
        </p:grpSpPr>
        <p:sp>
          <p:nvSpPr>
            <p:cNvPr id="10" name="Freeform 10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878006" y="7482840"/>
            <a:ext cx="104775" cy="104775"/>
            <a:chOff x="0" y="0"/>
            <a:chExt cx="104775" cy="104775"/>
          </a:xfrm>
        </p:grpSpPr>
        <p:sp>
          <p:nvSpPr>
            <p:cNvPr id="12" name="Freeform 12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3915234" y="8244840"/>
            <a:ext cx="2230965" cy="28575"/>
            <a:chOff x="0" y="0"/>
            <a:chExt cx="2230958" cy="285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1009" cy="28575"/>
            </a:xfrm>
            <a:custGeom>
              <a:avLst/>
              <a:gdLst/>
              <a:ahLst/>
              <a:cxnLst/>
              <a:rect l="l" t="t" r="r" b="b"/>
              <a:pathLst>
                <a:path w="2231009" h="28575">
                  <a:moveTo>
                    <a:pt x="0" y="0"/>
                  </a:moveTo>
                  <a:lnTo>
                    <a:pt x="2231009" y="0"/>
                  </a:lnTo>
                  <a:lnTo>
                    <a:pt x="2231009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73E88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14104229" y="8380581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129" t="-49205" r="-36430" b="-63615"/>
            </a:stretch>
          </a:blip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59507" y="1162050"/>
            <a:ext cx="1106119" cy="276530"/>
            <a:chOff x="0" y="0"/>
            <a:chExt cx="1106119" cy="276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915234" y="8244840"/>
            <a:ext cx="2230965" cy="28575"/>
            <a:chOff x="0" y="0"/>
            <a:chExt cx="2230958" cy="285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31009" cy="28575"/>
            </a:xfrm>
            <a:custGeom>
              <a:avLst/>
              <a:gdLst/>
              <a:ahLst/>
              <a:cxnLst/>
              <a:rect l="l" t="t" r="r" b="b"/>
              <a:pathLst>
                <a:path w="2231009" h="28575">
                  <a:moveTo>
                    <a:pt x="0" y="28575"/>
                  </a:moveTo>
                  <a:lnTo>
                    <a:pt x="2231009" y="28575"/>
                  </a:lnTo>
                  <a:lnTo>
                    <a:pt x="22310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0157955" y="4833976"/>
            <a:ext cx="6405096" cy="338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Understand customer behaviour towards personal loan acceptance. Analyse financial, demographic, and banking-related factors. Prepare clean and meaningful data for analysis and modelling. Identify key feature that influence loan acceptance.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39881" y="2821076"/>
            <a:ext cx="5113925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445" y="437445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501036" y="1438580"/>
            <a:ext cx="6095619" cy="7571908"/>
            <a:chOff x="0" y="0"/>
            <a:chExt cx="8127492" cy="100958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7492" cy="10095865"/>
            </a:xfrm>
            <a:custGeom>
              <a:avLst/>
              <a:gdLst/>
              <a:ahLst/>
              <a:cxnLst/>
              <a:rect l="l" t="t" r="r" b="b"/>
              <a:pathLst>
                <a:path w="8127492" h="10095865">
                  <a:moveTo>
                    <a:pt x="292100" y="0"/>
                  </a:moveTo>
                  <a:cubicBezTo>
                    <a:pt x="131064" y="0"/>
                    <a:pt x="381" y="130302"/>
                    <a:pt x="0" y="291338"/>
                  </a:cubicBezTo>
                  <a:lnTo>
                    <a:pt x="0" y="291338"/>
                  </a:lnTo>
                  <a:lnTo>
                    <a:pt x="0" y="9813163"/>
                  </a:lnTo>
                  <a:lnTo>
                    <a:pt x="0" y="9813163"/>
                  </a:lnTo>
                  <a:cubicBezTo>
                    <a:pt x="381" y="9949815"/>
                    <a:pt x="94488" y="10064369"/>
                    <a:pt x="221488" y="10095865"/>
                  </a:cubicBezTo>
                  <a:lnTo>
                    <a:pt x="7906004" y="10095865"/>
                  </a:lnTo>
                  <a:cubicBezTo>
                    <a:pt x="8033131" y="10064242"/>
                    <a:pt x="8127492" y="9949307"/>
                    <a:pt x="8127492" y="9812401"/>
                  </a:cubicBezTo>
                  <a:lnTo>
                    <a:pt x="8127492" y="292100"/>
                  </a:lnTo>
                  <a:cubicBezTo>
                    <a:pt x="8127492" y="130810"/>
                    <a:pt x="7996682" y="0"/>
                    <a:pt x="7835392" y="0"/>
                  </a:cubicBezTo>
                  <a:close/>
                </a:path>
              </a:pathLst>
            </a:custGeom>
            <a:blipFill>
              <a:blip r:embed="rId4"/>
              <a:stretch>
                <a:fillRect l="-60510" r="-60583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950691" y="4638161"/>
            <a:ext cx="104775" cy="104775"/>
            <a:chOff x="0" y="0"/>
            <a:chExt cx="104775" cy="10477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950691" y="5057261"/>
            <a:ext cx="104775" cy="104775"/>
            <a:chOff x="0" y="0"/>
            <a:chExt cx="104775" cy="104775"/>
          </a:xfrm>
        </p:grpSpPr>
        <p:sp>
          <p:nvSpPr>
            <p:cNvPr id="8" name="Freeform 8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950691" y="5476361"/>
            <a:ext cx="104775" cy="104775"/>
            <a:chOff x="0" y="0"/>
            <a:chExt cx="104775" cy="104775"/>
          </a:xfrm>
        </p:grpSpPr>
        <p:sp>
          <p:nvSpPr>
            <p:cNvPr id="10" name="Freeform 10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469804" y="5890698"/>
            <a:ext cx="114300" cy="114300"/>
            <a:chOff x="0" y="0"/>
            <a:chExt cx="114300" cy="114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4427" cy="114300"/>
            </a:xfrm>
            <a:custGeom>
              <a:avLst/>
              <a:gdLst/>
              <a:ahLst/>
              <a:cxnLst/>
              <a:rect l="l" t="t" r="r" b="b"/>
              <a:pathLst>
                <a:path w="114427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lnTo>
                    <a:pt x="108585" y="67310"/>
                  </a:lnTo>
                  <a:lnTo>
                    <a:pt x="113284" y="68199"/>
                  </a:lnTo>
                  <a:cubicBezTo>
                    <a:pt x="112522" y="71882"/>
                    <a:pt x="111506" y="75438"/>
                    <a:pt x="109982" y="78867"/>
                  </a:cubicBezTo>
                  <a:lnTo>
                    <a:pt x="105537" y="77089"/>
                  </a:lnTo>
                  <a:lnTo>
                    <a:pt x="109982" y="78867"/>
                  </a:lnTo>
                  <a:cubicBezTo>
                    <a:pt x="108585" y="82296"/>
                    <a:pt x="106807" y="85598"/>
                    <a:pt x="104648" y="88773"/>
                  </a:cubicBezTo>
                  <a:lnTo>
                    <a:pt x="100711" y="86106"/>
                  </a:lnTo>
                  <a:lnTo>
                    <a:pt x="104648" y="88773"/>
                  </a:lnTo>
                  <a:cubicBezTo>
                    <a:pt x="102616" y="91948"/>
                    <a:pt x="100203" y="94742"/>
                    <a:pt x="97536" y="97409"/>
                  </a:cubicBezTo>
                  <a:lnTo>
                    <a:pt x="94107" y="93980"/>
                  </a:lnTo>
                  <a:lnTo>
                    <a:pt x="97536" y="97409"/>
                  </a:lnTo>
                  <a:cubicBezTo>
                    <a:pt x="94869" y="100076"/>
                    <a:pt x="91948" y="102489"/>
                    <a:pt x="88900" y="104521"/>
                  </a:cubicBezTo>
                  <a:lnTo>
                    <a:pt x="86233" y="100584"/>
                  </a:lnTo>
                  <a:lnTo>
                    <a:pt x="88900" y="104521"/>
                  </a:lnTo>
                  <a:cubicBezTo>
                    <a:pt x="85725" y="106553"/>
                    <a:pt x="82423" y="108331"/>
                    <a:pt x="78994" y="109855"/>
                  </a:cubicBezTo>
                  <a:lnTo>
                    <a:pt x="78994" y="109855"/>
                  </a:lnTo>
                  <a:lnTo>
                    <a:pt x="78994" y="109855"/>
                  </a:lnTo>
                  <a:cubicBezTo>
                    <a:pt x="75565" y="111252"/>
                    <a:pt x="72009" y="112395"/>
                    <a:pt x="68326" y="113157"/>
                  </a:cubicBezTo>
                  <a:lnTo>
                    <a:pt x="67310" y="108585"/>
                  </a:lnTo>
                  <a:lnTo>
                    <a:pt x="68199" y="113284"/>
                  </a:lnTo>
                  <a:cubicBezTo>
                    <a:pt x="64643" y="113919"/>
                    <a:pt x="60960" y="114300"/>
                    <a:pt x="57150" y="114300"/>
                  </a:cubicBezTo>
                  <a:lnTo>
                    <a:pt x="57150" y="109474"/>
                  </a:lnTo>
                  <a:lnTo>
                    <a:pt x="57150" y="114300"/>
                  </a:lnTo>
                  <a:cubicBezTo>
                    <a:pt x="53340" y="114300"/>
                    <a:pt x="49657" y="113919"/>
                    <a:pt x="45974" y="113157"/>
                  </a:cubicBezTo>
                  <a:lnTo>
                    <a:pt x="46863" y="108458"/>
                  </a:lnTo>
                  <a:lnTo>
                    <a:pt x="45974" y="113157"/>
                  </a:lnTo>
                  <a:cubicBezTo>
                    <a:pt x="42291" y="112395"/>
                    <a:pt x="38735" y="111379"/>
                    <a:pt x="35306" y="109855"/>
                  </a:cubicBezTo>
                  <a:lnTo>
                    <a:pt x="35306" y="109855"/>
                  </a:lnTo>
                  <a:lnTo>
                    <a:pt x="35306" y="109855"/>
                  </a:lnTo>
                  <a:cubicBezTo>
                    <a:pt x="31877" y="108458"/>
                    <a:pt x="28575" y="106680"/>
                    <a:pt x="25400" y="104521"/>
                  </a:cubicBezTo>
                  <a:lnTo>
                    <a:pt x="28067" y="100584"/>
                  </a:lnTo>
                  <a:lnTo>
                    <a:pt x="25400" y="104648"/>
                  </a:lnTo>
                  <a:cubicBezTo>
                    <a:pt x="22225" y="102616"/>
                    <a:pt x="19431" y="100203"/>
                    <a:pt x="16764" y="97536"/>
                  </a:cubicBezTo>
                  <a:lnTo>
                    <a:pt x="20193" y="94107"/>
                  </a:lnTo>
                  <a:lnTo>
                    <a:pt x="16764" y="97536"/>
                  </a:lnTo>
                  <a:cubicBezTo>
                    <a:pt x="14097" y="94869"/>
                    <a:pt x="11684" y="92075"/>
                    <a:pt x="9652" y="88900"/>
                  </a:cubicBezTo>
                  <a:lnTo>
                    <a:pt x="13589" y="86233"/>
                  </a:lnTo>
                  <a:lnTo>
                    <a:pt x="9652" y="88900"/>
                  </a:lnTo>
                  <a:cubicBezTo>
                    <a:pt x="7620" y="85725"/>
                    <a:pt x="5842" y="82423"/>
                    <a:pt x="4318" y="78994"/>
                  </a:cubicBezTo>
                  <a:lnTo>
                    <a:pt x="4318" y="78994"/>
                  </a:lnTo>
                  <a:lnTo>
                    <a:pt x="4318" y="78994"/>
                  </a:lnTo>
                  <a:cubicBezTo>
                    <a:pt x="2921" y="75565"/>
                    <a:pt x="1778" y="72009"/>
                    <a:pt x="1016" y="68326"/>
                  </a:cubicBezTo>
                  <a:lnTo>
                    <a:pt x="5715" y="67310"/>
                  </a:lnTo>
                  <a:lnTo>
                    <a:pt x="1143" y="68326"/>
                  </a:lnTo>
                  <a:cubicBezTo>
                    <a:pt x="381" y="64643"/>
                    <a:pt x="0" y="60960"/>
                    <a:pt x="0" y="57150"/>
                  </a:cubicBezTo>
                  <a:lnTo>
                    <a:pt x="4826" y="57150"/>
                  </a:ln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lnTo>
                    <a:pt x="1143" y="45974"/>
                  </a:lnTo>
                  <a:lnTo>
                    <a:pt x="1143" y="45974"/>
                  </a:lnTo>
                  <a:cubicBezTo>
                    <a:pt x="1905" y="42291"/>
                    <a:pt x="2921" y="38735"/>
                    <a:pt x="4445" y="35306"/>
                  </a:cubicBezTo>
                  <a:lnTo>
                    <a:pt x="4445" y="35306"/>
                  </a:lnTo>
                  <a:lnTo>
                    <a:pt x="4445" y="35306"/>
                  </a:lnTo>
                  <a:cubicBezTo>
                    <a:pt x="5842" y="31750"/>
                    <a:pt x="7493" y="28575"/>
                    <a:pt x="9652" y="25400"/>
                  </a:cubicBezTo>
                  <a:lnTo>
                    <a:pt x="9652" y="25400"/>
                  </a:lnTo>
                  <a:lnTo>
                    <a:pt x="9652" y="25400"/>
                  </a:lnTo>
                  <a:cubicBezTo>
                    <a:pt x="11684" y="22225"/>
                    <a:pt x="14097" y="19431"/>
                    <a:pt x="16764" y="16764"/>
                  </a:cubicBezTo>
                  <a:lnTo>
                    <a:pt x="16764" y="16764"/>
                  </a:lnTo>
                  <a:lnTo>
                    <a:pt x="16764" y="16764"/>
                  </a:lnTo>
                  <a:cubicBezTo>
                    <a:pt x="19431" y="14097"/>
                    <a:pt x="22352" y="11684"/>
                    <a:pt x="25400" y="9652"/>
                  </a:cubicBezTo>
                  <a:lnTo>
                    <a:pt x="28067" y="13589"/>
                  </a:lnTo>
                  <a:lnTo>
                    <a:pt x="25400" y="9652"/>
                  </a:lnTo>
                  <a:cubicBezTo>
                    <a:pt x="28575" y="7620"/>
                    <a:pt x="31877" y="5842"/>
                    <a:pt x="35306" y="4318"/>
                  </a:cubicBezTo>
                  <a:lnTo>
                    <a:pt x="37084" y="8763"/>
                  </a:lnTo>
                  <a:lnTo>
                    <a:pt x="35306" y="4318"/>
                  </a:lnTo>
                  <a:cubicBezTo>
                    <a:pt x="38735" y="2921"/>
                    <a:pt x="42291" y="1778"/>
                    <a:pt x="45974" y="1016"/>
                  </a:cubicBezTo>
                  <a:lnTo>
                    <a:pt x="45974" y="1016"/>
                  </a:lnTo>
                  <a:lnTo>
                    <a:pt x="45974" y="1016"/>
                  </a:lnTo>
                  <a:cubicBezTo>
                    <a:pt x="49657" y="381"/>
                    <a:pt x="53340" y="0"/>
                    <a:pt x="57150" y="0"/>
                  </a:cubicBezTo>
                  <a:lnTo>
                    <a:pt x="57150" y="4826"/>
                  </a:lnTo>
                  <a:lnTo>
                    <a:pt x="57150" y="0"/>
                  </a:lnTo>
                  <a:cubicBezTo>
                    <a:pt x="60960" y="0"/>
                    <a:pt x="64643" y="381"/>
                    <a:pt x="68326" y="1143"/>
                  </a:cubicBezTo>
                  <a:lnTo>
                    <a:pt x="68326" y="1143"/>
                  </a:lnTo>
                  <a:lnTo>
                    <a:pt x="68326" y="1143"/>
                  </a:lnTo>
                  <a:cubicBezTo>
                    <a:pt x="72009" y="1905"/>
                    <a:pt x="75565" y="2921"/>
                    <a:pt x="78994" y="4445"/>
                  </a:cubicBezTo>
                  <a:lnTo>
                    <a:pt x="78994" y="4445"/>
                  </a:lnTo>
                  <a:lnTo>
                    <a:pt x="78994" y="4445"/>
                  </a:lnTo>
                  <a:cubicBezTo>
                    <a:pt x="82423" y="5842"/>
                    <a:pt x="85725" y="7620"/>
                    <a:pt x="88900" y="9779"/>
                  </a:cubicBezTo>
                  <a:lnTo>
                    <a:pt x="86233" y="13716"/>
                  </a:lnTo>
                  <a:lnTo>
                    <a:pt x="88900" y="9652"/>
                  </a:lnTo>
                  <a:cubicBezTo>
                    <a:pt x="92075" y="11684"/>
                    <a:pt x="94869" y="14097"/>
                    <a:pt x="97536" y="16764"/>
                  </a:cubicBezTo>
                  <a:lnTo>
                    <a:pt x="94107" y="20193"/>
                  </a:lnTo>
                  <a:lnTo>
                    <a:pt x="97536" y="16764"/>
                  </a:lnTo>
                  <a:cubicBezTo>
                    <a:pt x="100203" y="19431"/>
                    <a:pt x="102616" y="22352"/>
                    <a:pt x="104648" y="25400"/>
                  </a:cubicBezTo>
                  <a:lnTo>
                    <a:pt x="104648" y="25400"/>
                  </a:lnTo>
                  <a:lnTo>
                    <a:pt x="104648" y="25400"/>
                  </a:lnTo>
                  <a:cubicBezTo>
                    <a:pt x="106680" y="28575"/>
                    <a:pt x="108458" y="31877"/>
                    <a:pt x="109982" y="35306"/>
                  </a:cubicBezTo>
                  <a:lnTo>
                    <a:pt x="109982" y="35306"/>
                  </a:lnTo>
                  <a:lnTo>
                    <a:pt x="109982" y="35306"/>
                  </a:lnTo>
                  <a:cubicBezTo>
                    <a:pt x="111379" y="38735"/>
                    <a:pt x="112522" y="42291"/>
                    <a:pt x="113284" y="45974"/>
                  </a:cubicBezTo>
                  <a:lnTo>
                    <a:pt x="113284" y="45974"/>
                  </a:lnTo>
                  <a:lnTo>
                    <a:pt x="113284" y="45974"/>
                  </a:lnTo>
                  <a:cubicBezTo>
                    <a:pt x="114046" y="49657"/>
                    <a:pt x="114427" y="53340"/>
                    <a:pt x="114427" y="57150"/>
                  </a:cubicBezTo>
                  <a:lnTo>
                    <a:pt x="109474" y="57150"/>
                  </a:lnTo>
                  <a:lnTo>
                    <a:pt x="114300" y="57150"/>
                  </a:lnTo>
                  <a:moveTo>
                    <a:pt x="104775" y="57150"/>
                  </a:moveTo>
                  <a:cubicBezTo>
                    <a:pt x="104775" y="53975"/>
                    <a:pt x="104521" y="50927"/>
                    <a:pt x="103886" y="47879"/>
                  </a:cubicBezTo>
                  <a:lnTo>
                    <a:pt x="108585" y="46990"/>
                  </a:lnTo>
                  <a:lnTo>
                    <a:pt x="103886" y="47879"/>
                  </a:lnTo>
                  <a:cubicBezTo>
                    <a:pt x="103251" y="44831"/>
                    <a:pt x="102362" y="41783"/>
                    <a:pt x="101219" y="38989"/>
                  </a:cubicBezTo>
                  <a:lnTo>
                    <a:pt x="105664" y="37211"/>
                  </a:lnTo>
                  <a:lnTo>
                    <a:pt x="101219" y="38989"/>
                  </a:lnTo>
                  <a:cubicBezTo>
                    <a:pt x="100076" y="36068"/>
                    <a:pt x="98552" y="33401"/>
                    <a:pt x="96774" y="30734"/>
                  </a:cubicBezTo>
                  <a:lnTo>
                    <a:pt x="100711" y="28067"/>
                  </a:lnTo>
                  <a:lnTo>
                    <a:pt x="96774" y="30734"/>
                  </a:lnTo>
                  <a:cubicBezTo>
                    <a:pt x="94996" y="28194"/>
                    <a:pt x="93091" y="25781"/>
                    <a:pt x="90805" y="23495"/>
                  </a:cubicBezTo>
                  <a:cubicBezTo>
                    <a:pt x="88519" y="21209"/>
                    <a:pt x="86233" y="19304"/>
                    <a:pt x="83566" y="17526"/>
                  </a:cubicBezTo>
                  <a:lnTo>
                    <a:pt x="83566" y="17526"/>
                  </a:lnTo>
                  <a:lnTo>
                    <a:pt x="83566" y="17526"/>
                  </a:lnTo>
                  <a:cubicBezTo>
                    <a:pt x="81026" y="15748"/>
                    <a:pt x="78232" y="14351"/>
                    <a:pt x="75311" y="13081"/>
                  </a:cubicBezTo>
                  <a:lnTo>
                    <a:pt x="77216" y="8763"/>
                  </a:lnTo>
                  <a:lnTo>
                    <a:pt x="75438" y="13208"/>
                  </a:lnTo>
                  <a:cubicBezTo>
                    <a:pt x="72517" y="11938"/>
                    <a:pt x="69469" y="11049"/>
                    <a:pt x="66421" y="10414"/>
                  </a:cubicBezTo>
                  <a:lnTo>
                    <a:pt x="67310" y="5715"/>
                  </a:lnTo>
                  <a:lnTo>
                    <a:pt x="66421" y="10414"/>
                  </a:lnTo>
                  <a:cubicBezTo>
                    <a:pt x="63373" y="9779"/>
                    <a:pt x="60325" y="9525"/>
                    <a:pt x="57150" y="9525"/>
                  </a:cubicBezTo>
                  <a:cubicBezTo>
                    <a:pt x="53975" y="9525"/>
                    <a:pt x="50927" y="9779"/>
                    <a:pt x="47879" y="10414"/>
                  </a:cubicBezTo>
                  <a:lnTo>
                    <a:pt x="46990" y="5715"/>
                  </a:lnTo>
                  <a:lnTo>
                    <a:pt x="47879" y="10414"/>
                  </a:lnTo>
                  <a:cubicBezTo>
                    <a:pt x="44831" y="11049"/>
                    <a:pt x="41783" y="11938"/>
                    <a:pt x="38989" y="13081"/>
                  </a:cubicBezTo>
                  <a:cubicBezTo>
                    <a:pt x="36195" y="14224"/>
                    <a:pt x="33401" y="15748"/>
                    <a:pt x="30734" y="17526"/>
                  </a:cubicBezTo>
                  <a:lnTo>
                    <a:pt x="30734" y="17526"/>
                  </a:lnTo>
                  <a:lnTo>
                    <a:pt x="30734" y="17526"/>
                  </a:lnTo>
                  <a:cubicBezTo>
                    <a:pt x="28194" y="19304"/>
                    <a:pt x="25781" y="21209"/>
                    <a:pt x="23495" y="23495"/>
                  </a:cubicBezTo>
                  <a:lnTo>
                    <a:pt x="20066" y="20066"/>
                  </a:lnTo>
                  <a:lnTo>
                    <a:pt x="23495" y="23495"/>
                  </a:lnTo>
                  <a:cubicBezTo>
                    <a:pt x="21336" y="25654"/>
                    <a:pt x="19304" y="28067"/>
                    <a:pt x="17526" y="30734"/>
                  </a:cubicBezTo>
                  <a:lnTo>
                    <a:pt x="13589" y="28067"/>
                  </a:lnTo>
                  <a:lnTo>
                    <a:pt x="17526" y="30734"/>
                  </a:lnTo>
                  <a:cubicBezTo>
                    <a:pt x="15748" y="33274"/>
                    <a:pt x="14351" y="36068"/>
                    <a:pt x="13081" y="38989"/>
                  </a:cubicBezTo>
                  <a:lnTo>
                    <a:pt x="8763" y="37084"/>
                  </a:lnTo>
                  <a:lnTo>
                    <a:pt x="13208" y="38862"/>
                  </a:lnTo>
                  <a:cubicBezTo>
                    <a:pt x="12065" y="41783"/>
                    <a:pt x="11049" y="44704"/>
                    <a:pt x="10541" y="47752"/>
                  </a:cubicBezTo>
                  <a:lnTo>
                    <a:pt x="5715" y="46990"/>
                  </a:lnTo>
                  <a:lnTo>
                    <a:pt x="10414" y="47879"/>
                  </a:lnTo>
                  <a:cubicBezTo>
                    <a:pt x="9779" y="50927"/>
                    <a:pt x="9525" y="54102"/>
                    <a:pt x="9525" y="57150"/>
                  </a:cubicBezTo>
                  <a:cubicBezTo>
                    <a:pt x="9525" y="60198"/>
                    <a:pt x="9779" y="63373"/>
                    <a:pt x="10414" y="66421"/>
                  </a:cubicBezTo>
                  <a:cubicBezTo>
                    <a:pt x="11049" y="69469"/>
                    <a:pt x="11938" y="72517"/>
                    <a:pt x="13081" y="75311"/>
                  </a:cubicBezTo>
                  <a:lnTo>
                    <a:pt x="8636" y="77089"/>
                  </a:lnTo>
                  <a:lnTo>
                    <a:pt x="13081" y="75311"/>
                  </a:lnTo>
                  <a:cubicBezTo>
                    <a:pt x="14224" y="78232"/>
                    <a:pt x="15748" y="80899"/>
                    <a:pt x="17526" y="83566"/>
                  </a:cubicBezTo>
                  <a:cubicBezTo>
                    <a:pt x="19304" y="86233"/>
                    <a:pt x="21209" y="88519"/>
                    <a:pt x="23495" y="90805"/>
                  </a:cubicBezTo>
                  <a:lnTo>
                    <a:pt x="23495" y="90805"/>
                  </a:lnTo>
                  <a:lnTo>
                    <a:pt x="23495" y="90805"/>
                  </a:lnTo>
                  <a:cubicBezTo>
                    <a:pt x="25654" y="92964"/>
                    <a:pt x="28067" y="94996"/>
                    <a:pt x="30734" y="96774"/>
                  </a:cubicBezTo>
                  <a:lnTo>
                    <a:pt x="30734" y="96774"/>
                  </a:lnTo>
                  <a:lnTo>
                    <a:pt x="30734" y="96774"/>
                  </a:lnTo>
                  <a:cubicBezTo>
                    <a:pt x="33274" y="98552"/>
                    <a:pt x="36068" y="99949"/>
                    <a:pt x="38989" y="101219"/>
                  </a:cubicBezTo>
                  <a:lnTo>
                    <a:pt x="37211" y="105664"/>
                  </a:lnTo>
                  <a:lnTo>
                    <a:pt x="38989" y="101219"/>
                  </a:lnTo>
                  <a:cubicBezTo>
                    <a:pt x="41910" y="102362"/>
                    <a:pt x="44831" y="103378"/>
                    <a:pt x="47879" y="103886"/>
                  </a:cubicBezTo>
                  <a:lnTo>
                    <a:pt x="47879" y="103886"/>
                  </a:lnTo>
                  <a:lnTo>
                    <a:pt x="47879" y="103886"/>
                  </a:lnTo>
                  <a:cubicBezTo>
                    <a:pt x="50927" y="104521"/>
                    <a:pt x="54102" y="104775"/>
                    <a:pt x="57150" y="104775"/>
                  </a:cubicBezTo>
                  <a:cubicBezTo>
                    <a:pt x="60198" y="104775"/>
                    <a:pt x="63373" y="104521"/>
                    <a:pt x="66421" y="103886"/>
                  </a:cubicBezTo>
                  <a:lnTo>
                    <a:pt x="66421" y="103886"/>
                  </a:lnTo>
                  <a:lnTo>
                    <a:pt x="66421" y="103886"/>
                  </a:lnTo>
                  <a:cubicBezTo>
                    <a:pt x="69469" y="103251"/>
                    <a:pt x="72517" y="102362"/>
                    <a:pt x="75311" y="101219"/>
                  </a:cubicBezTo>
                  <a:lnTo>
                    <a:pt x="77089" y="105664"/>
                  </a:lnTo>
                  <a:lnTo>
                    <a:pt x="75311" y="101219"/>
                  </a:lnTo>
                  <a:cubicBezTo>
                    <a:pt x="78232" y="100076"/>
                    <a:pt x="80899" y="98552"/>
                    <a:pt x="83566" y="96774"/>
                  </a:cubicBezTo>
                  <a:cubicBezTo>
                    <a:pt x="86233" y="94996"/>
                    <a:pt x="88519" y="93091"/>
                    <a:pt x="90805" y="90805"/>
                  </a:cubicBezTo>
                  <a:lnTo>
                    <a:pt x="90805" y="90805"/>
                  </a:lnTo>
                  <a:lnTo>
                    <a:pt x="90805" y="90805"/>
                  </a:lnTo>
                  <a:cubicBezTo>
                    <a:pt x="92964" y="88646"/>
                    <a:pt x="94996" y="86233"/>
                    <a:pt x="96774" y="83566"/>
                  </a:cubicBezTo>
                  <a:lnTo>
                    <a:pt x="96774" y="83566"/>
                  </a:lnTo>
                  <a:lnTo>
                    <a:pt x="96774" y="83566"/>
                  </a:lnTo>
                  <a:cubicBezTo>
                    <a:pt x="98552" y="81026"/>
                    <a:pt x="99949" y="78232"/>
                    <a:pt x="101219" y="75311"/>
                  </a:cubicBezTo>
                  <a:cubicBezTo>
                    <a:pt x="102489" y="72390"/>
                    <a:pt x="103378" y="69469"/>
                    <a:pt x="103886" y="66421"/>
                  </a:cubicBezTo>
                  <a:cubicBezTo>
                    <a:pt x="104394" y="63373"/>
                    <a:pt x="104775" y="60198"/>
                    <a:pt x="104775" y="57150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2469804" y="6728898"/>
            <a:ext cx="114300" cy="114300"/>
            <a:chOff x="0" y="0"/>
            <a:chExt cx="114300" cy="114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427" cy="114300"/>
            </a:xfrm>
            <a:custGeom>
              <a:avLst/>
              <a:gdLst/>
              <a:ahLst/>
              <a:cxnLst/>
              <a:rect l="l" t="t" r="r" b="b"/>
              <a:pathLst>
                <a:path w="114427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lnTo>
                    <a:pt x="113157" y="68326"/>
                  </a:lnTo>
                  <a:lnTo>
                    <a:pt x="113157" y="68326"/>
                  </a:lnTo>
                  <a:cubicBezTo>
                    <a:pt x="112395" y="72009"/>
                    <a:pt x="111379" y="75565"/>
                    <a:pt x="109855" y="78994"/>
                  </a:cubicBezTo>
                  <a:lnTo>
                    <a:pt x="109855" y="78994"/>
                  </a:lnTo>
                  <a:lnTo>
                    <a:pt x="109855" y="78994"/>
                  </a:lnTo>
                  <a:cubicBezTo>
                    <a:pt x="108458" y="82423"/>
                    <a:pt x="106680" y="85725"/>
                    <a:pt x="104521" y="88900"/>
                  </a:cubicBezTo>
                  <a:lnTo>
                    <a:pt x="100584" y="86233"/>
                  </a:lnTo>
                  <a:lnTo>
                    <a:pt x="104521" y="88900"/>
                  </a:lnTo>
                  <a:cubicBezTo>
                    <a:pt x="102489" y="92075"/>
                    <a:pt x="100076" y="94869"/>
                    <a:pt x="97409" y="97536"/>
                  </a:cubicBezTo>
                  <a:lnTo>
                    <a:pt x="97409" y="97536"/>
                  </a:lnTo>
                  <a:lnTo>
                    <a:pt x="97409" y="97536"/>
                  </a:lnTo>
                  <a:cubicBezTo>
                    <a:pt x="94742" y="100203"/>
                    <a:pt x="91821" y="102616"/>
                    <a:pt x="88773" y="104648"/>
                  </a:cubicBezTo>
                  <a:lnTo>
                    <a:pt x="86106" y="100711"/>
                  </a:lnTo>
                  <a:lnTo>
                    <a:pt x="88773" y="104648"/>
                  </a:lnTo>
                  <a:cubicBezTo>
                    <a:pt x="85598" y="106680"/>
                    <a:pt x="82296" y="108458"/>
                    <a:pt x="78867" y="109982"/>
                  </a:cubicBezTo>
                  <a:lnTo>
                    <a:pt x="78867" y="109982"/>
                  </a:lnTo>
                  <a:lnTo>
                    <a:pt x="78867" y="109982"/>
                  </a:lnTo>
                  <a:cubicBezTo>
                    <a:pt x="75438" y="111379"/>
                    <a:pt x="71882" y="112522"/>
                    <a:pt x="68199" y="113284"/>
                  </a:cubicBezTo>
                  <a:lnTo>
                    <a:pt x="67310" y="108585"/>
                  </a:lnTo>
                  <a:lnTo>
                    <a:pt x="68199" y="113284"/>
                  </a:lnTo>
                  <a:cubicBezTo>
                    <a:pt x="64643" y="113919"/>
                    <a:pt x="60960" y="114300"/>
                    <a:pt x="57150" y="114300"/>
                  </a:cubicBezTo>
                  <a:lnTo>
                    <a:pt x="57150" y="109474"/>
                  </a:lnTo>
                  <a:lnTo>
                    <a:pt x="57150" y="114300"/>
                  </a:lnTo>
                  <a:cubicBezTo>
                    <a:pt x="53340" y="114300"/>
                    <a:pt x="49657" y="113919"/>
                    <a:pt x="45974" y="113157"/>
                  </a:cubicBezTo>
                  <a:lnTo>
                    <a:pt x="46863" y="108458"/>
                  </a:lnTo>
                  <a:lnTo>
                    <a:pt x="45974" y="113157"/>
                  </a:lnTo>
                  <a:cubicBezTo>
                    <a:pt x="42291" y="112395"/>
                    <a:pt x="38735" y="111379"/>
                    <a:pt x="35306" y="109855"/>
                  </a:cubicBezTo>
                  <a:lnTo>
                    <a:pt x="37084" y="105410"/>
                  </a:lnTo>
                  <a:lnTo>
                    <a:pt x="35306" y="109855"/>
                  </a:lnTo>
                  <a:cubicBezTo>
                    <a:pt x="31877" y="108458"/>
                    <a:pt x="28575" y="106680"/>
                    <a:pt x="25400" y="104521"/>
                  </a:cubicBezTo>
                  <a:lnTo>
                    <a:pt x="28067" y="100584"/>
                  </a:lnTo>
                  <a:lnTo>
                    <a:pt x="25400" y="104648"/>
                  </a:lnTo>
                  <a:cubicBezTo>
                    <a:pt x="22225" y="102616"/>
                    <a:pt x="19431" y="100203"/>
                    <a:pt x="16764" y="97536"/>
                  </a:cubicBezTo>
                  <a:lnTo>
                    <a:pt x="16764" y="97536"/>
                  </a:lnTo>
                  <a:lnTo>
                    <a:pt x="16764" y="97536"/>
                  </a:lnTo>
                  <a:cubicBezTo>
                    <a:pt x="14097" y="94869"/>
                    <a:pt x="11684" y="92075"/>
                    <a:pt x="9652" y="88900"/>
                  </a:cubicBezTo>
                  <a:lnTo>
                    <a:pt x="13589" y="86233"/>
                  </a:lnTo>
                  <a:lnTo>
                    <a:pt x="9652" y="88900"/>
                  </a:lnTo>
                  <a:cubicBezTo>
                    <a:pt x="7620" y="85725"/>
                    <a:pt x="5842" y="82423"/>
                    <a:pt x="4318" y="78994"/>
                  </a:cubicBezTo>
                  <a:lnTo>
                    <a:pt x="4318" y="78994"/>
                  </a:lnTo>
                  <a:lnTo>
                    <a:pt x="4318" y="78994"/>
                  </a:lnTo>
                  <a:cubicBezTo>
                    <a:pt x="2921" y="75565"/>
                    <a:pt x="1778" y="72009"/>
                    <a:pt x="1016" y="68326"/>
                  </a:cubicBezTo>
                  <a:lnTo>
                    <a:pt x="1016" y="68326"/>
                  </a:lnTo>
                  <a:lnTo>
                    <a:pt x="1016" y="68326"/>
                  </a:lnTo>
                  <a:cubicBezTo>
                    <a:pt x="381" y="64643"/>
                    <a:pt x="0" y="60960"/>
                    <a:pt x="0" y="57150"/>
                  </a:cubicBezTo>
                  <a:lnTo>
                    <a:pt x="4826" y="57150"/>
                  </a:ln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lnTo>
                    <a:pt x="5842" y="46863"/>
                  </a:lnTo>
                  <a:lnTo>
                    <a:pt x="1143" y="45974"/>
                  </a:lnTo>
                  <a:cubicBezTo>
                    <a:pt x="1905" y="42291"/>
                    <a:pt x="2921" y="38735"/>
                    <a:pt x="4445" y="35306"/>
                  </a:cubicBezTo>
                  <a:lnTo>
                    <a:pt x="4445" y="35306"/>
                  </a:lnTo>
                  <a:lnTo>
                    <a:pt x="4445" y="35306"/>
                  </a:lnTo>
                  <a:cubicBezTo>
                    <a:pt x="5842" y="31750"/>
                    <a:pt x="7493" y="28575"/>
                    <a:pt x="9652" y="25400"/>
                  </a:cubicBezTo>
                  <a:lnTo>
                    <a:pt x="13589" y="28067"/>
                  </a:lnTo>
                  <a:lnTo>
                    <a:pt x="9652" y="25400"/>
                  </a:lnTo>
                  <a:cubicBezTo>
                    <a:pt x="11684" y="22225"/>
                    <a:pt x="14097" y="19431"/>
                    <a:pt x="16764" y="16764"/>
                  </a:cubicBezTo>
                  <a:lnTo>
                    <a:pt x="16764" y="16764"/>
                  </a:lnTo>
                  <a:lnTo>
                    <a:pt x="16764" y="16764"/>
                  </a:lnTo>
                  <a:cubicBezTo>
                    <a:pt x="19431" y="14097"/>
                    <a:pt x="22352" y="11684"/>
                    <a:pt x="25400" y="9652"/>
                  </a:cubicBezTo>
                  <a:lnTo>
                    <a:pt x="25400" y="9652"/>
                  </a:lnTo>
                  <a:lnTo>
                    <a:pt x="25400" y="9652"/>
                  </a:lnTo>
                  <a:cubicBezTo>
                    <a:pt x="28575" y="7620"/>
                    <a:pt x="31877" y="5842"/>
                    <a:pt x="35306" y="4318"/>
                  </a:cubicBezTo>
                  <a:lnTo>
                    <a:pt x="37084" y="8763"/>
                  </a:lnTo>
                  <a:lnTo>
                    <a:pt x="35306" y="4318"/>
                  </a:lnTo>
                  <a:cubicBezTo>
                    <a:pt x="38735" y="2921"/>
                    <a:pt x="42291" y="1778"/>
                    <a:pt x="45974" y="1016"/>
                  </a:cubicBezTo>
                  <a:lnTo>
                    <a:pt x="46990" y="5715"/>
                  </a:lnTo>
                  <a:lnTo>
                    <a:pt x="45974" y="1143"/>
                  </a:lnTo>
                  <a:cubicBezTo>
                    <a:pt x="49657" y="381"/>
                    <a:pt x="53340" y="0"/>
                    <a:pt x="57150" y="0"/>
                  </a:cubicBezTo>
                  <a:lnTo>
                    <a:pt x="57150" y="4826"/>
                  </a:lnTo>
                  <a:lnTo>
                    <a:pt x="57150" y="0"/>
                  </a:lnTo>
                  <a:cubicBezTo>
                    <a:pt x="60960" y="0"/>
                    <a:pt x="64643" y="381"/>
                    <a:pt x="68326" y="1143"/>
                  </a:cubicBezTo>
                  <a:lnTo>
                    <a:pt x="68326" y="1143"/>
                  </a:lnTo>
                  <a:lnTo>
                    <a:pt x="68326" y="1143"/>
                  </a:lnTo>
                  <a:cubicBezTo>
                    <a:pt x="72009" y="1905"/>
                    <a:pt x="75565" y="2921"/>
                    <a:pt x="78994" y="4445"/>
                  </a:cubicBezTo>
                  <a:lnTo>
                    <a:pt x="77216" y="8763"/>
                  </a:lnTo>
                  <a:lnTo>
                    <a:pt x="78994" y="4318"/>
                  </a:lnTo>
                  <a:cubicBezTo>
                    <a:pt x="82423" y="5715"/>
                    <a:pt x="85725" y="7493"/>
                    <a:pt x="88900" y="9652"/>
                  </a:cubicBezTo>
                  <a:lnTo>
                    <a:pt x="88900" y="9652"/>
                  </a:lnTo>
                  <a:lnTo>
                    <a:pt x="88900" y="9652"/>
                  </a:lnTo>
                  <a:cubicBezTo>
                    <a:pt x="92075" y="11684"/>
                    <a:pt x="94869" y="14097"/>
                    <a:pt x="97536" y="16764"/>
                  </a:cubicBezTo>
                  <a:lnTo>
                    <a:pt x="94107" y="20193"/>
                  </a:lnTo>
                  <a:lnTo>
                    <a:pt x="97536" y="16764"/>
                  </a:lnTo>
                  <a:cubicBezTo>
                    <a:pt x="100203" y="19431"/>
                    <a:pt x="102616" y="22352"/>
                    <a:pt x="104648" y="25400"/>
                  </a:cubicBezTo>
                  <a:lnTo>
                    <a:pt x="104648" y="25400"/>
                  </a:lnTo>
                  <a:lnTo>
                    <a:pt x="104648" y="25400"/>
                  </a:lnTo>
                  <a:cubicBezTo>
                    <a:pt x="106680" y="28575"/>
                    <a:pt x="108458" y="31877"/>
                    <a:pt x="109982" y="35306"/>
                  </a:cubicBezTo>
                  <a:lnTo>
                    <a:pt x="109982" y="35306"/>
                  </a:lnTo>
                  <a:lnTo>
                    <a:pt x="109982" y="35306"/>
                  </a:lnTo>
                  <a:cubicBezTo>
                    <a:pt x="111379" y="38735"/>
                    <a:pt x="112522" y="42291"/>
                    <a:pt x="113284" y="45974"/>
                  </a:cubicBezTo>
                  <a:lnTo>
                    <a:pt x="108585" y="46863"/>
                  </a:lnTo>
                  <a:lnTo>
                    <a:pt x="113284" y="45974"/>
                  </a:lnTo>
                  <a:cubicBezTo>
                    <a:pt x="114046" y="49657"/>
                    <a:pt x="114427" y="53340"/>
                    <a:pt x="114427" y="57150"/>
                  </a:cubicBezTo>
                  <a:lnTo>
                    <a:pt x="109474" y="57150"/>
                  </a:lnTo>
                  <a:lnTo>
                    <a:pt x="114300" y="57150"/>
                  </a:lnTo>
                  <a:moveTo>
                    <a:pt x="104775" y="57150"/>
                  </a:moveTo>
                  <a:cubicBezTo>
                    <a:pt x="104775" y="53975"/>
                    <a:pt x="104521" y="50927"/>
                    <a:pt x="103886" y="47879"/>
                  </a:cubicBezTo>
                  <a:cubicBezTo>
                    <a:pt x="103251" y="44831"/>
                    <a:pt x="102362" y="41783"/>
                    <a:pt x="101219" y="38989"/>
                  </a:cubicBezTo>
                  <a:lnTo>
                    <a:pt x="105664" y="37211"/>
                  </a:lnTo>
                  <a:lnTo>
                    <a:pt x="101219" y="38989"/>
                  </a:lnTo>
                  <a:cubicBezTo>
                    <a:pt x="100076" y="36068"/>
                    <a:pt x="98552" y="33401"/>
                    <a:pt x="96774" y="30734"/>
                  </a:cubicBezTo>
                  <a:lnTo>
                    <a:pt x="100711" y="28067"/>
                  </a:lnTo>
                  <a:lnTo>
                    <a:pt x="96774" y="30734"/>
                  </a:lnTo>
                  <a:cubicBezTo>
                    <a:pt x="94996" y="28194"/>
                    <a:pt x="93091" y="25781"/>
                    <a:pt x="90805" y="23495"/>
                  </a:cubicBezTo>
                  <a:cubicBezTo>
                    <a:pt x="88519" y="21209"/>
                    <a:pt x="86233" y="19304"/>
                    <a:pt x="83566" y="17526"/>
                  </a:cubicBezTo>
                  <a:lnTo>
                    <a:pt x="86233" y="13589"/>
                  </a:lnTo>
                  <a:lnTo>
                    <a:pt x="83566" y="17526"/>
                  </a:lnTo>
                  <a:cubicBezTo>
                    <a:pt x="81026" y="15748"/>
                    <a:pt x="78232" y="14351"/>
                    <a:pt x="75311" y="13081"/>
                  </a:cubicBezTo>
                  <a:lnTo>
                    <a:pt x="75311" y="13081"/>
                  </a:lnTo>
                  <a:lnTo>
                    <a:pt x="75311" y="13081"/>
                  </a:lnTo>
                  <a:cubicBezTo>
                    <a:pt x="72517" y="11938"/>
                    <a:pt x="69469" y="11049"/>
                    <a:pt x="66421" y="10414"/>
                  </a:cubicBezTo>
                  <a:lnTo>
                    <a:pt x="67310" y="5715"/>
                  </a:lnTo>
                  <a:lnTo>
                    <a:pt x="66421" y="10414"/>
                  </a:lnTo>
                  <a:cubicBezTo>
                    <a:pt x="63373" y="9779"/>
                    <a:pt x="60325" y="9525"/>
                    <a:pt x="57150" y="9525"/>
                  </a:cubicBezTo>
                  <a:cubicBezTo>
                    <a:pt x="53975" y="9525"/>
                    <a:pt x="50927" y="9779"/>
                    <a:pt x="47879" y="10414"/>
                  </a:cubicBezTo>
                  <a:lnTo>
                    <a:pt x="47879" y="10414"/>
                  </a:lnTo>
                  <a:lnTo>
                    <a:pt x="47879" y="10414"/>
                  </a:lnTo>
                  <a:cubicBezTo>
                    <a:pt x="44831" y="11049"/>
                    <a:pt x="41783" y="11938"/>
                    <a:pt x="38989" y="13081"/>
                  </a:cubicBezTo>
                  <a:lnTo>
                    <a:pt x="38989" y="13081"/>
                  </a:lnTo>
                  <a:lnTo>
                    <a:pt x="38989" y="13081"/>
                  </a:lnTo>
                  <a:cubicBezTo>
                    <a:pt x="36068" y="14224"/>
                    <a:pt x="33401" y="15748"/>
                    <a:pt x="30734" y="17526"/>
                  </a:cubicBezTo>
                  <a:lnTo>
                    <a:pt x="28067" y="13589"/>
                  </a:lnTo>
                  <a:lnTo>
                    <a:pt x="30734" y="17526"/>
                  </a:lnTo>
                  <a:cubicBezTo>
                    <a:pt x="28194" y="19304"/>
                    <a:pt x="25781" y="21209"/>
                    <a:pt x="23495" y="23495"/>
                  </a:cubicBezTo>
                  <a:lnTo>
                    <a:pt x="20066" y="20066"/>
                  </a:lnTo>
                  <a:lnTo>
                    <a:pt x="23495" y="23495"/>
                  </a:lnTo>
                  <a:cubicBezTo>
                    <a:pt x="21336" y="25654"/>
                    <a:pt x="19304" y="28067"/>
                    <a:pt x="17526" y="30734"/>
                  </a:cubicBezTo>
                  <a:cubicBezTo>
                    <a:pt x="15748" y="33401"/>
                    <a:pt x="14351" y="36068"/>
                    <a:pt x="13081" y="38989"/>
                  </a:cubicBezTo>
                  <a:lnTo>
                    <a:pt x="8763" y="37084"/>
                  </a:lnTo>
                  <a:lnTo>
                    <a:pt x="13208" y="38862"/>
                  </a:lnTo>
                  <a:cubicBezTo>
                    <a:pt x="12065" y="41783"/>
                    <a:pt x="11049" y="44704"/>
                    <a:pt x="10541" y="47752"/>
                  </a:cubicBezTo>
                  <a:cubicBezTo>
                    <a:pt x="10033" y="50800"/>
                    <a:pt x="9652" y="53975"/>
                    <a:pt x="9652" y="57023"/>
                  </a:cubicBezTo>
                  <a:cubicBezTo>
                    <a:pt x="9652" y="60071"/>
                    <a:pt x="9906" y="63246"/>
                    <a:pt x="10541" y="66294"/>
                  </a:cubicBezTo>
                  <a:lnTo>
                    <a:pt x="5715" y="67310"/>
                  </a:lnTo>
                  <a:lnTo>
                    <a:pt x="10414" y="66421"/>
                  </a:lnTo>
                  <a:cubicBezTo>
                    <a:pt x="11049" y="69469"/>
                    <a:pt x="11938" y="72517"/>
                    <a:pt x="13081" y="75311"/>
                  </a:cubicBezTo>
                  <a:lnTo>
                    <a:pt x="8636" y="77089"/>
                  </a:lnTo>
                  <a:lnTo>
                    <a:pt x="13081" y="75311"/>
                  </a:lnTo>
                  <a:cubicBezTo>
                    <a:pt x="14224" y="78232"/>
                    <a:pt x="15748" y="80899"/>
                    <a:pt x="17526" y="83566"/>
                  </a:cubicBezTo>
                  <a:cubicBezTo>
                    <a:pt x="19304" y="86233"/>
                    <a:pt x="21209" y="88519"/>
                    <a:pt x="23495" y="90805"/>
                  </a:cubicBezTo>
                  <a:lnTo>
                    <a:pt x="20066" y="94234"/>
                  </a:lnTo>
                  <a:lnTo>
                    <a:pt x="23495" y="90805"/>
                  </a:lnTo>
                  <a:cubicBezTo>
                    <a:pt x="25654" y="92964"/>
                    <a:pt x="28067" y="94996"/>
                    <a:pt x="30734" y="96774"/>
                  </a:cubicBezTo>
                  <a:lnTo>
                    <a:pt x="30734" y="96774"/>
                  </a:lnTo>
                  <a:lnTo>
                    <a:pt x="30734" y="96774"/>
                  </a:lnTo>
                  <a:cubicBezTo>
                    <a:pt x="33274" y="98552"/>
                    <a:pt x="36068" y="99949"/>
                    <a:pt x="38989" y="101219"/>
                  </a:cubicBezTo>
                  <a:cubicBezTo>
                    <a:pt x="41910" y="102489"/>
                    <a:pt x="44831" y="103378"/>
                    <a:pt x="47879" y="103886"/>
                  </a:cubicBezTo>
                  <a:lnTo>
                    <a:pt x="47879" y="103886"/>
                  </a:lnTo>
                  <a:lnTo>
                    <a:pt x="47879" y="103886"/>
                  </a:lnTo>
                  <a:cubicBezTo>
                    <a:pt x="50927" y="104521"/>
                    <a:pt x="54102" y="104775"/>
                    <a:pt x="57150" y="104775"/>
                  </a:cubicBezTo>
                  <a:cubicBezTo>
                    <a:pt x="60198" y="104775"/>
                    <a:pt x="63373" y="104521"/>
                    <a:pt x="66421" y="103886"/>
                  </a:cubicBezTo>
                  <a:lnTo>
                    <a:pt x="66421" y="103886"/>
                  </a:lnTo>
                  <a:lnTo>
                    <a:pt x="66421" y="103886"/>
                  </a:lnTo>
                  <a:cubicBezTo>
                    <a:pt x="69469" y="103251"/>
                    <a:pt x="72517" y="102362"/>
                    <a:pt x="75311" y="101219"/>
                  </a:cubicBezTo>
                  <a:lnTo>
                    <a:pt x="77089" y="105664"/>
                  </a:lnTo>
                  <a:lnTo>
                    <a:pt x="75311" y="101219"/>
                  </a:lnTo>
                  <a:cubicBezTo>
                    <a:pt x="78232" y="100076"/>
                    <a:pt x="80899" y="98552"/>
                    <a:pt x="83566" y="96774"/>
                  </a:cubicBezTo>
                  <a:lnTo>
                    <a:pt x="83566" y="96774"/>
                  </a:lnTo>
                  <a:lnTo>
                    <a:pt x="83566" y="96774"/>
                  </a:lnTo>
                  <a:cubicBezTo>
                    <a:pt x="86106" y="94996"/>
                    <a:pt x="88519" y="93091"/>
                    <a:pt x="90805" y="90805"/>
                  </a:cubicBezTo>
                  <a:lnTo>
                    <a:pt x="94234" y="94234"/>
                  </a:lnTo>
                  <a:lnTo>
                    <a:pt x="90805" y="90805"/>
                  </a:lnTo>
                  <a:cubicBezTo>
                    <a:pt x="92964" y="88646"/>
                    <a:pt x="94996" y="86233"/>
                    <a:pt x="96774" y="83566"/>
                  </a:cubicBezTo>
                  <a:lnTo>
                    <a:pt x="96774" y="83566"/>
                  </a:lnTo>
                  <a:lnTo>
                    <a:pt x="96774" y="83566"/>
                  </a:lnTo>
                  <a:cubicBezTo>
                    <a:pt x="98552" y="81026"/>
                    <a:pt x="99949" y="78232"/>
                    <a:pt x="101219" y="75311"/>
                  </a:cubicBezTo>
                  <a:lnTo>
                    <a:pt x="105664" y="77089"/>
                  </a:lnTo>
                  <a:lnTo>
                    <a:pt x="101219" y="75311"/>
                  </a:lnTo>
                  <a:cubicBezTo>
                    <a:pt x="102362" y="72390"/>
                    <a:pt x="103378" y="69469"/>
                    <a:pt x="103886" y="66421"/>
                  </a:cubicBezTo>
                  <a:lnTo>
                    <a:pt x="108585" y="67310"/>
                  </a:lnTo>
                  <a:lnTo>
                    <a:pt x="103886" y="66421"/>
                  </a:lnTo>
                  <a:cubicBezTo>
                    <a:pt x="104521" y="63373"/>
                    <a:pt x="104775" y="60198"/>
                    <a:pt x="104775" y="57150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2469804" y="7567098"/>
            <a:ext cx="114300" cy="114300"/>
            <a:chOff x="0" y="0"/>
            <a:chExt cx="114300" cy="114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427" cy="114300"/>
            </a:xfrm>
            <a:custGeom>
              <a:avLst/>
              <a:gdLst/>
              <a:ahLst/>
              <a:cxnLst/>
              <a:rect l="l" t="t" r="r" b="b"/>
              <a:pathLst>
                <a:path w="114427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lnTo>
                    <a:pt x="108585" y="67310"/>
                  </a:lnTo>
                  <a:lnTo>
                    <a:pt x="113284" y="68199"/>
                  </a:lnTo>
                  <a:cubicBezTo>
                    <a:pt x="112522" y="71882"/>
                    <a:pt x="111506" y="75438"/>
                    <a:pt x="109982" y="78867"/>
                  </a:cubicBezTo>
                  <a:lnTo>
                    <a:pt x="105537" y="77089"/>
                  </a:lnTo>
                  <a:lnTo>
                    <a:pt x="109982" y="78867"/>
                  </a:lnTo>
                  <a:cubicBezTo>
                    <a:pt x="108585" y="82296"/>
                    <a:pt x="106807" y="85598"/>
                    <a:pt x="104648" y="88773"/>
                  </a:cubicBezTo>
                  <a:lnTo>
                    <a:pt x="100711" y="86106"/>
                  </a:lnTo>
                  <a:lnTo>
                    <a:pt x="104648" y="88773"/>
                  </a:lnTo>
                  <a:cubicBezTo>
                    <a:pt x="102616" y="91948"/>
                    <a:pt x="100203" y="94742"/>
                    <a:pt x="97536" y="97409"/>
                  </a:cubicBezTo>
                  <a:lnTo>
                    <a:pt x="97536" y="97409"/>
                  </a:lnTo>
                  <a:lnTo>
                    <a:pt x="97536" y="97409"/>
                  </a:lnTo>
                  <a:cubicBezTo>
                    <a:pt x="94869" y="100076"/>
                    <a:pt x="91948" y="102489"/>
                    <a:pt x="88900" y="104521"/>
                  </a:cubicBezTo>
                  <a:lnTo>
                    <a:pt x="88900" y="104521"/>
                  </a:lnTo>
                  <a:lnTo>
                    <a:pt x="88900" y="104521"/>
                  </a:lnTo>
                  <a:cubicBezTo>
                    <a:pt x="85725" y="106553"/>
                    <a:pt x="82423" y="108331"/>
                    <a:pt x="78994" y="109855"/>
                  </a:cubicBezTo>
                  <a:lnTo>
                    <a:pt x="78994" y="109855"/>
                  </a:lnTo>
                  <a:lnTo>
                    <a:pt x="78994" y="109855"/>
                  </a:lnTo>
                  <a:cubicBezTo>
                    <a:pt x="75565" y="111252"/>
                    <a:pt x="72009" y="112395"/>
                    <a:pt x="68326" y="113157"/>
                  </a:cubicBezTo>
                  <a:lnTo>
                    <a:pt x="68326" y="113157"/>
                  </a:lnTo>
                  <a:lnTo>
                    <a:pt x="68326" y="113157"/>
                  </a:lnTo>
                  <a:cubicBezTo>
                    <a:pt x="64643" y="113919"/>
                    <a:pt x="60960" y="114300"/>
                    <a:pt x="57150" y="114300"/>
                  </a:cubicBezTo>
                  <a:lnTo>
                    <a:pt x="57150" y="109474"/>
                  </a:lnTo>
                  <a:lnTo>
                    <a:pt x="57150" y="114300"/>
                  </a:lnTo>
                  <a:cubicBezTo>
                    <a:pt x="53340" y="114300"/>
                    <a:pt x="49657" y="113919"/>
                    <a:pt x="45974" y="113157"/>
                  </a:cubicBezTo>
                  <a:lnTo>
                    <a:pt x="46863" y="108458"/>
                  </a:lnTo>
                  <a:lnTo>
                    <a:pt x="45974" y="113157"/>
                  </a:lnTo>
                  <a:cubicBezTo>
                    <a:pt x="42291" y="112395"/>
                    <a:pt x="38735" y="111379"/>
                    <a:pt x="35306" y="109855"/>
                  </a:cubicBezTo>
                  <a:lnTo>
                    <a:pt x="37084" y="105410"/>
                  </a:lnTo>
                  <a:lnTo>
                    <a:pt x="35306" y="109855"/>
                  </a:lnTo>
                  <a:cubicBezTo>
                    <a:pt x="31877" y="108458"/>
                    <a:pt x="28575" y="106680"/>
                    <a:pt x="25400" y="104521"/>
                  </a:cubicBezTo>
                  <a:lnTo>
                    <a:pt x="25400" y="104521"/>
                  </a:lnTo>
                  <a:lnTo>
                    <a:pt x="25400" y="104521"/>
                  </a:lnTo>
                  <a:cubicBezTo>
                    <a:pt x="22225" y="102489"/>
                    <a:pt x="19431" y="100076"/>
                    <a:pt x="16764" y="97409"/>
                  </a:cubicBezTo>
                  <a:lnTo>
                    <a:pt x="16764" y="97409"/>
                  </a:lnTo>
                  <a:lnTo>
                    <a:pt x="16764" y="97409"/>
                  </a:lnTo>
                  <a:cubicBezTo>
                    <a:pt x="14097" y="94869"/>
                    <a:pt x="11684" y="92075"/>
                    <a:pt x="9652" y="88900"/>
                  </a:cubicBezTo>
                  <a:lnTo>
                    <a:pt x="9652" y="88900"/>
                  </a:lnTo>
                  <a:lnTo>
                    <a:pt x="9652" y="88900"/>
                  </a:lnTo>
                  <a:cubicBezTo>
                    <a:pt x="7620" y="85725"/>
                    <a:pt x="5842" y="82423"/>
                    <a:pt x="4318" y="78994"/>
                  </a:cubicBezTo>
                  <a:lnTo>
                    <a:pt x="4318" y="78994"/>
                  </a:lnTo>
                  <a:lnTo>
                    <a:pt x="4318" y="78994"/>
                  </a:lnTo>
                  <a:cubicBezTo>
                    <a:pt x="2921" y="75565"/>
                    <a:pt x="1778" y="72009"/>
                    <a:pt x="1016" y="68326"/>
                  </a:cubicBezTo>
                  <a:lnTo>
                    <a:pt x="5715" y="67310"/>
                  </a:lnTo>
                  <a:lnTo>
                    <a:pt x="1143" y="68326"/>
                  </a:lnTo>
                  <a:cubicBezTo>
                    <a:pt x="381" y="64643"/>
                    <a:pt x="0" y="60960"/>
                    <a:pt x="0" y="57150"/>
                  </a:cubicBezTo>
                  <a:lnTo>
                    <a:pt x="4826" y="57150"/>
                  </a:ln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lnTo>
                    <a:pt x="1143" y="45974"/>
                  </a:lnTo>
                  <a:lnTo>
                    <a:pt x="1143" y="45974"/>
                  </a:lnTo>
                  <a:cubicBezTo>
                    <a:pt x="1905" y="42291"/>
                    <a:pt x="2921" y="38735"/>
                    <a:pt x="4445" y="35306"/>
                  </a:cubicBezTo>
                  <a:lnTo>
                    <a:pt x="4445" y="35306"/>
                  </a:lnTo>
                  <a:lnTo>
                    <a:pt x="4445" y="35306"/>
                  </a:lnTo>
                  <a:cubicBezTo>
                    <a:pt x="5842" y="31750"/>
                    <a:pt x="7493" y="28575"/>
                    <a:pt x="9652" y="25400"/>
                  </a:cubicBezTo>
                  <a:lnTo>
                    <a:pt x="13589" y="28067"/>
                  </a:lnTo>
                  <a:lnTo>
                    <a:pt x="9652" y="25400"/>
                  </a:lnTo>
                  <a:cubicBezTo>
                    <a:pt x="11684" y="22225"/>
                    <a:pt x="14097" y="19431"/>
                    <a:pt x="16764" y="16764"/>
                  </a:cubicBezTo>
                  <a:lnTo>
                    <a:pt x="20193" y="20193"/>
                  </a:lnTo>
                  <a:lnTo>
                    <a:pt x="16764" y="16764"/>
                  </a:lnTo>
                  <a:cubicBezTo>
                    <a:pt x="19431" y="14097"/>
                    <a:pt x="22352" y="11684"/>
                    <a:pt x="25400" y="9652"/>
                  </a:cubicBezTo>
                  <a:lnTo>
                    <a:pt x="25400" y="9652"/>
                  </a:lnTo>
                  <a:lnTo>
                    <a:pt x="25400" y="9652"/>
                  </a:lnTo>
                  <a:cubicBezTo>
                    <a:pt x="28575" y="7620"/>
                    <a:pt x="31877" y="5842"/>
                    <a:pt x="35306" y="4318"/>
                  </a:cubicBezTo>
                  <a:lnTo>
                    <a:pt x="35306" y="4318"/>
                  </a:lnTo>
                  <a:lnTo>
                    <a:pt x="35306" y="4318"/>
                  </a:lnTo>
                  <a:cubicBezTo>
                    <a:pt x="38735" y="2921"/>
                    <a:pt x="42291" y="1778"/>
                    <a:pt x="45974" y="1016"/>
                  </a:cubicBezTo>
                  <a:lnTo>
                    <a:pt x="45974" y="1016"/>
                  </a:lnTo>
                  <a:lnTo>
                    <a:pt x="45974" y="1016"/>
                  </a:lnTo>
                  <a:cubicBezTo>
                    <a:pt x="49657" y="381"/>
                    <a:pt x="53340" y="0"/>
                    <a:pt x="57150" y="0"/>
                  </a:cubicBezTo>
                  <a:lnTo>
                    <a:pt x="57150" y="4826"/>
                  </a:lnTo>
                  <a:lnTo>
                    <a:pt x="57150" y="0"/>
                  </a:lnTo>
                  <a:cubicBezTo>
                    <a:pt x="60960" y="0"/>
                    <a:pt x="64643" y="381"/>
                    <a:pt x="68326" y="1143"/>
                  </a:cubicBezTo>
                  <a:lnTo>
                    <a:pt x="68326" y="1143"/>
                  </a:lnTo>
                  <a:lnTo>
                    <a:pt x="68326" y="1143"/>
                  </a:lnTo>
                  <a:cubicBezTo>
                    <a:pt x="72009" y="1905"/>
                    <a:pt x="75565" y="2921"/>
                    <a:pt x="78994" y="4445"/>
                  </a:cubicBezTo>
                  <a:lnTo>
                    <a:pt x="78994" y="4445"/>
                  </a:lnTo>
                  <a:lnTo>
                    <a:pt x="78994" y="4445"/>
                  </a:lnTo>
                  <a:cubicBezTo>
                    <a:pt x="82423" y="5842"/>
                    <a:pt x="85725" y="7620"/>
                    <a:pt x="88900" y="9779"/>
                  </a:cubicBezTo>
                  <a:lnTo>
                    <a:pt x="86233" y="13716"/>
                  </a:lnTo>
                  <a:lnTo>
                    <a:pt x="88900" y="9652"/>
                  </a:lnTo>
                  <a:cubicBezTo>
                    <a:pt x="92075" y="11684"/>
                    <a:pt x="94869" y="14097"/>
                    <a:pt x="97536" y="16764"/>
                  </a:cubicBezTo>
                  <a:lnTo>
                    <a:pt x="94107" y="20193"/>
                  </a:lnTo>
                  <a:lnTo>
                    <a:pt x="97536" y="16764"/>
                  </a:lnTo>
                  <a:cubicBezTo>
                    <a:pt x="100203" y="19431"/>
                    <a:pt x="102616" y="22352"/>
                    <a:pt x="104648" y="25400"/>
                  </a:cubicBezTo>
                  <a:lnTo>
                    <a:pt x="104648" y="25400"/>
                  </a:lnTo>
                  <a:lnTo>
                    <a:pt x="104648" y="25400"/>
                  </a:lnTo>
                  <a:cubicBezTo>
                    <a:pt x="106680" y="28575"/>
                    <a:pt x="108458" y="31877"/>
                    <a:pt x="109982" y="35306"/>
                  </a:cubicBezTo>
                  <a:lnTo>
                    <a:pt x="109982" y="35306"/>
                  </a:lnTo>
                  <a:lnTo>
                    <a:pt x="109982" y="35306"/>
                  </a:lnTo>
                  <a:cubicBezTo>
                    <a:pt x="111379" y="38735"/>
                    <a:pt x="112522" y="42291"/>
                    <a:pt x="113284" y="45974"/>
                  </a:cubicBezTo>
                  <a:lnTo>
                    <a:pt x="113284" y="45974"/>
                  </a:lnTo>
                  <a:lnTo>
                    <a:pt x="113284" y="45974"/>
                  </a:lnTo>
                  <a:cubicBezTo>
                    <a:pt x="114046" y="49657"/>
                    <a:pt x="114427" y="53340"/>
                    <a:pt x="114427" y="57150"/>
                  </a:cubicBezTo>
                  <a:lnTo>
                    <a:pt x="109474" y="57150"/>
                  </a:lnTo>
                  <a:lnTo>
                    <a:pt x="114300" y="57150"/>
                  </a:lnTo>
                  <a:moveTo>
                    <a:pt x="104775" y="57150"/>
                  </a:moveTo>
                  <a:cubicBezTo>
                    <a:pt x="104775" y="53975"/>
                    <a:pt x="104521" y="50927"/>
                    <a:pt x="103886" y="47879"/>
                  </a:cubicBezTo>
                  <a:lnTo>
                    <a:pt x="108585" y="46990"/>
                  </a:lnTo>
                  <a:lnTo>
                    <a:pt x="103886" y="47879"/>
                  </a:lnTo>
                  <a:cubicBezTo>
                    <a:pt x="103251" y="44831"/>
                    <a:pt x="102362" y="41783"/>
                    <a:pt x="101219" y="38989"/>
                  </a:cubicBezTo>
                  <a:lnTo>
                    <a:pt x="105664" y="37211"/>
                  </a:lnTo>
                  <a:lnTo>
                    <a:pt x="101219" y="38989"/>
                  </a:lnTo>
                  <a:cubicBezTo>
                    <a:pt x="100076" y="36068"/>
                    <a:pt x="98552" y="33401"/>
                    <a:pt x="96774" y="30734"/>
                  </a:cubicBezTo>
                  <a:lnTo>
                    <a:pt x="100711" y="28067"/>
                  </a:lnTo>
                  <a:lnTo>
                    <a:pt x="96774" y="30734"/>
                  </a:lnTo>
                  <a:cubicBezTo>
                    <a:pt x="94996" y="28194"/>
                    <a:pt x="93091" y="25781"/>
                    <a:pt x="90805" y="23495"/>
                  </a:cubicBezTo>
                  <a:lnTo>
                    <a:pt x="90805" y="23495"/>
                  </a:lnTo>
                  <a:lnTo>
                    <a:pt x="90805" y="23495"/>
                  </a:lnTo>
                  <a:cubicBezTo>
                    <a:pt x="88646" y="21336"/>
                    <a:pt x="86233" y="19304"/>
                    <a:pt x="83566" y="17526"/>
                  </a:cubicBezTo>
                  <a:lnTo>
                    <a:pt x="83566" y="17526"/>
                  </a:lnTo>
                  <a:lnTo>
                    <a:pt x="83566" y="17526"/>
                  </a:lnTo>
                  <a:cubicBezTo>
                    <a:pt x="81026" y="15748"/>
                    <a:pt x="78232" y="14351"/>
                    <a:pt x="75311" y="13081"/>
                  </a:cubicBezTo>
                  <a:lnTo>
                    <a:pt x="77216" y="8763"/>
                  </a:lnTo>
                  <a:lnTo>
                    <a:pt x="75438" y="13208"/>
                  </a:lnTo>
                  <a:cubicBezTo>
                    <a:pt x="72517" y="11938"/>
                    <a:pt x="69469" y="11049"/>
                    <a:pt x="66421" y="10414"/>
                  </a:cubicBezTo>
                  <a:lnTo>
                    <a:pt x="67310" y="5715"/>
                  </a:lnTo>
                  <a:lnTo>
                    <a:pt x="66421" y="10414"/>
                  </a:lnTo>
                  <a:cubicBezTo>
                    <a:pt x="63373" y="9779"/>
                    <a:pt x="60325" y="9525"/>
                    <a:pt x="57150" y="9525"/>
                  </a:cubicBezTo>
                  <a:cubicBezTo>
                    <a:pt x="53975" y="9525"/>
                    <a:pt x="50927" y="9779"/>
                    <a:pt x="47879" y="10414"/>
                  </a:cubicBezTo>
                  <a:lnTo>
                    <a:pt x="46990" y="5715"/>
                  </a:lnTo>
                  <a:lnTo>
                    <a:pt x="47879" y="10414"/>
                  </a:lnTo>
                  <a:cubicBezTo>
                    <a:pt x="44831" y="11049"/>
                    <a:pt x="41783" y="11938"/>
                    <a:pt x="38989" y="13081"/>
                  </a:cubicBezTo>
                  <a:lnTo>
                    <a:pt x="37084" y="8763"/>
                  </a:lnTo>
                  <a:lnTo>
                    <a:pt x="38862" y="13208"/>
                  </a:lnTo>
                  <a:cubicBezTo>
                    <a:pt x="35941" y="14351"/>
                    <a:pt x="33274" y="15875"/>
                    <a:pt x="30607" y="17653"/>
                  </a:cubicBezTo>
                  <a:lnTo>
                    <a:pt x="27940" y="13716"/>
                  </a:lnTo>
                  <a:lnTo>
                    <a:pt x="30607" y="17653"/>
                  </a:lnTo>
                  <a:cubicBezTo>
                    <a:pt x="28067" y="19431"/>
                    <a:pt x="25654" y="21336"/>
                    <a:pt x="23368" y="23622"/>
                  </a:cubicBezTo>
                  <a:lnTo>
                    <a:pt x="23368" y="23622"/>
                  </a:lnTo>
                  <a:lnTo>
                    <a:pt x="23368" y="23622"/>
                  </a:lnTo>
                  <a:cubicBezTo>
                    <a:pt x="21209" y="25781"/>
                    <a:pt x="19177" y="28194"/>
                    <a:pt x="17399" y="30861"/>
                  </a:cubicBezTo>
                  <a:lnTo>
                    <a:pt x="17399" y="30861"/>
                  </a:lnTo>
                  <a:lnTo>
                    <a:pt x="17399" y="30861"/>
                  </a:lnTo>
                  <a:cubicBezTo>
                    <a:pt x="15621" y="33401"/>
                    <a:pt x="14224" y="36195"/>
                    <a:pt x="12954" y="39116"/>
                  </a:cubicBezTo>
                  <a:lnTo>
                    <a:pt x="8763" y="37084"/>
                  </a:lnTo>
                  <a:lnTo>
                    <a:pt x="13208" y="38862"/>
                  </a:lnTo>
                  <a:cubicBezTo>
                    <a:pt x="12065" y="41783"/>
                    <a:pt x="11049" y="44704"/>
                    <a:pt x="10541" y="47752"/>
                  </a:cubicBezTo>
                  <a:lnTo>
                    <a:pt x="5715" y="46990"/>
                  </a:lnTo>
                  <a:lnTo>
                    <a:pt x="10414" y="47879"/>
                  </a:lnTo>
                  <a:cubicBezTo>
                    <a:pt x="9779" y="50927"/>
                    <a:pt x="9525" y="54102"/>
                    <a:pt x="9525" y="57150"/>
                  </a:cubicBezTo>
                  <a:cubicBezTo>
                    <a:pt x="9525" y="60198"/>
                    <a:pt x="9779" y="63373"/>
                    <a:pt x="10414" y="66421"/>
                  </a:cubicBezTo>
                  <a:cubicBezTo>
                    <a:pt x="11049" y="69469"/>
                    <a:pt x="11938" y="72517"/>
                    <a:pt x="13081" y="75311"/>
                  </a:cubicBezTo>
                  <a:lnTo>
                    <a:pt x="8636" y="77089"/>
                  </a:lnTo>
                  <a:lnTo>
                    <a:pt x="13081" y="75311"/>
                  </a:lnTo>
                  <a:cubicBezTo>
                    <a:pt x="14224" y="78232"/>
                    <a:pt x="15748" y="80899"/>
                    <a:pt x="17526" y="83566"/>
                  </a:cubicBezTo>
                  <a:lnTo>
                    <a:pt x="13589" y="86233"/>
                  </a:lnTo>
                  <a:lnTo>
                    <a:pt x="17526" y="83566"/>
                  </a:lnTo>
                  <a:cubicBezTo>
                    <a:pt x="19304" y="86106"/>
                    <a:pt x="21209" y="88519"/>
                    <a:pt x="23495" y="90805"/>
                  </a:cubicBezTo>
                  <a:lnTo>
                    <a:pt x="20066" y="94234"/>
                  </a:lnTo>
                  <a:lnTo>
                    <a:pt x="23495" y="90805"/>
                  </a:lnTo>
                  <a:cubicBezTo>
                    <a:pt x="25654" y="92964"/>
                    <a:pt x="28067" y="94996"/>
                    <a:pt x="30734" y="96774"/>
                  </a:cubicBezTo>
                  <a:lnTo>
                    <a:pt x="28067" y="100711"/>
                  </a:lnTo>
                  <a:lnTo>
                    <a:pt x="30734" y="96774"/>
                  </a:lnTo>
                  <a:cubicBezTo>
                    <a:pt x="33274" y="98552"/>
                    <a:pt x="36068" y="99949"/>
                    <a:pt x="38989" y="101219"/>
                  </a:cubicBezTo>
                  <a:cubicBezTo>
                    <a:pt x="41910" y="102489"/>
                    <a:pt x="44831" y="103378"/>
                    <a:pt x="47879" y="103886"/>
                  </a:cubicBezTo>
                  <a:lnTo>
                    <a:pt x="47879" y="103886"/>
                  </a:lnTo>
                  <a:lnTo>
                    <a:pt x="47879" y="103886"/>
                  </a:lnTo>
                  <a:cubicBezTo>
                    <a:pt x="50927" y="104521"/>
                    <a:pt x="54102" y="104775"/>
                    <a:pt x="57150" y="104775"/>
                  </a:cubicBezTo>
                  <a:cubicBezTo>
                    <a:pt x="60198" y="104775"/>
                    <a:pt x="63373" y="104521"/>
                    <a:pt x="66421" y="103886"/>
                  </a:cubicBezTo>
                  <a:lnTo>
                    <a:pt x="67310" y="108585"/>
                  </a:lnTo>
                  <a:lnTo>
                    <a:pt x="66421" y="103886"/>
                  </a:lnTo>
                  <a:cubicBezTo>
                    <a:pt x="69469" y="103251"/>
                    <a:pt x="72517" y="102362"/>
                    <a:pt x="75311" y="101219"/>
                  </a:cubicBezTo>
                  <a:lnTo>
                    <a:pt x="77089" y="105664"/>
                  </a:lnTo>
                  <a:lnTo>
                    <a:pt x="75311" y="101219"/>
                  </a:lnTo>
                  <a:cubicBezTo>
                    <a:pt x="78232" y="100076"/>
                    <a:pt x="80899" y="98552"/>
                    <a:pt x="83566" y="96774"/>
                  </a:cubicBezTo>
                  <a:lnTo>
                    <a:pt x="86233" y="100711"/>
                  </a:lnTo>
                  <a:lnTo>
                    <a:pt x="83566" y="96774"/>
                  </a:lnTo>
                  <a:cubicBezTo>
                    <a:pt x="86106" y="94996"/>
                    <a:pt x="88519" y="93091"/>
                    <a:pt x="90805" y="90805"/>
                  </a:cubicBezTo>
                  <a:lnTo>
                    <a:pt x="94234" y="94234"/>
                  </a:lnTo>
                  <a:lnTo>
                    <a:pt x="90805" y="90805"/>
                  </a:lnTo>
                  <a:cubicBezTo>
                    <a:pt x="92964" y="88646"/>
                    <a:pt x="94996" y="86233"/>
                    <a:pt x="96774" y="83566"/>
                  </a:cubicBezTo>
                  <a:lnTo>
                    <a:pt x="96774" y="83566"/>
                  </a:lnTo>
                  <a:lnTo>
                    <a:pt x="96774" y="83566"/>
                  </a:lnTo>
                  <a:cubicBezTo>
                    <a:pt x="98552" y="81026"/>
                    <a:pt x="99949" y="78232"/>
                    <a:pt x="101219" y="75311"/>
                  </a:cubicBezTo>
                  <a:lnTo>
                    <a:pt x="101219" y="75311"/>
                  </a:lnTo>
                  <a:lnTo>
                    <a:pt x="101219" y="75311"/>
                  </a:lnTo>
                  <a:cubicBezTo>
                    <a:pt x="102362" y="72390"/>
                    <a:pt x="103378" y="69469"/>
                    <a:pt x="103886" y="66421"/>
                  </a:cubicBezTo>
                  <a:cubicBezTo>
                    <a:pt x="104394" y="63373"/>
                    <a:pt x="104775" y="60198"/>
                    <a:pt x="104775" y="57150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2469804" y="8405298"/>
            <a:ext cx="114300" cy="114300"/>
            <a:chOff x="0" y="0"/>
            <a:chExt cx="114300" cy="114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427" cy="114300"/>
            </a:xfrm>
            <a:custGeom>
              <a:avLst/>
              <a:gdLst/>
              <a:ahLst/>
              <a:cxnLst/>
              <a:rect l="l" t="t" r="r" b="b"/>
              <a:pathLst>
                <a:path w="114427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lnTo>
                    <a:pt x="113157" y="68326"/>
                  </a:lnTo>
                  <a:lnTo>
                    <a:pt x="113157" y="68326"/>
                  </a:lnTo>
                  <a:cubicBezTo>
                    <a:pt x="112395" y="72009"/>
                    <a:pt x="111379" y="75565"/>
                    <a:pt x="109855" y="78994"/>
                  </a:cubicBezTo>
                  <a:lnTo>
                    <a:pt x="105410" y="77216"/>
                  </a:lnTo>
                  <a:lnTo>
                    <a:pt x="109855" y="78994"/>
                  </a:lnTo>
                  <a:cubicBezTo>
                    <a:pt x="108458" y="82423"/>
                    <a:pt x="106680" y="85725"/>
                    <a:pt x="104521" y="88900"/>
                  </a:cubicBezTo>
                  <a:lnTo>
                    <a:pt x="100584" y="86233"/>
                  </a:lnTo>
                  <a:lnTo>
                    <a:pt x="104521" y="88900"/>
                  </a:lnTo>
                  <a:cubicBezTo>
                    <a:pt x="102489" y="92075"/>
                    <a:pt x="100076" y="94869"/>
                    <a:pt x="97409" y="97536"/>
                  </a:cubicBezTo>
                  <a:lnTo>
                    <a:pt x="93980" y="94107"/>
                  </a:lnTo>
                  <a:lnTo>
                    <a:pt x="97409" y="97536"/>
                  </a:lnTo>
                  <a:cubicBezTo>
                    <a:pt x="94742" y="100203"/>
                    <a:pt x="91821" y="102616"/>
                    <a:pt x="88773" y="104648"/>
                  </a:cubicBezTo>
                  <a:lnTo>
                    <a:pt x="86106" y="100711"/>
                  </a:lnTo>
                  <a:lnTo>
                    <a:pt x="88773" y="104648"/>
                  </a:lnTo>
                  <a:cubicBezTo>
                    <a:pt x="85598" y="106680"/>
                    <a:pt x="82296" y="108458"/>
                    <a:pt x="78867" y="109982"/>
                  </a:cubicBezTo>
                  <a:lnTo>
                    <a:pt x="77089" y="105537"/>
                  </a:lnTo>
                  <a:lnTo>
                    <a:pt x="78867" y="109982"/>
                  </a:lnTo>
                  <a:cubicBezTo>
                    <a:pt x="75438" y="111379"/>
                    <a:pt x="71882" y="112522"/>
                    <a:pt x="68199" y="113284"/>
                  </a:cubicBezTo>
                  <a:lnTo>
                    <a:pt x="67310" y="108585"/>
                  </a:lnTo>
                  <a:lnTo>
                    <a:pt x="68199" y="113284"/>
                  </a:lnTo>
                  <a:cubicBezTo>
                    <a:pt x="64643" y="113919"/>
                    <a:pt x="60960" y="114300"/>
                    <a:pt x="57150" y="114300"/>
                  </a:cubicBezTo>
                  <a:lnTo>
                    <a:pt x="57150" y="114300"/>
                  </a:lnTo>
                  <a:lnTo>
                    <a:pt x="57150" y="114300"/>
                  </a:lnTo>
                  <a:cubicBezTo>
                    <a:pt x="53340" y="114300"/>
                    <a:pt x="49657" y="113919"/>
                    <a:pt x="45974" y="113157"/>
                  </a:cubicBezTo>
                  <a:lnTo>
                    <a:pt x="46863" y="108458"/>
                  </a:lnTo>
                  <a:lnTo>
                    <a:pt x="45974" y="113157"/>
                  </a:lnTo>
                  <a:cubicBezTo>
                    <a:pt x="42291" y="112395"/>
                    <a:pt x="38735" y="111379"/>
                    <a:pt x="35306" y="109855"/>
                  </a:cubicBezTo>
                  <a:lnTo>
                    <a:pt x="37084" y="105410"/>
                  </a:lnTo>
                  <a:lnTo>
                    <a:pt x="35306" y="109855"/>
                  </a:lnTo>
                  <a:cubicBezTo>
                    <a:pt x="31877" y="108458"/>
                    <a:pt x="28575" y="106680"/>
                    <a:pt x="25400" y="104521"/>
                  </a:cubicBezTo>
                  <a:lnTo>
                    <a:pt x="25400" y="104521"/>
                  </a:lnTo>
                  <a:lnTo>
                    <a:pt x="25400" y="104521"/>
                  </a:lnTo>
                  <a:cubicBezTo>
                    <a:pt x="22225" y="102489"/>
                    <a:pt x="19431" y="100076"/>
                    <a:pt x="16764" y="97409"/>
                  </a:cubicBezTo>
                  <a:lnTo>
                    <a:pt x="16764" y="97409"/>
                  </a:lnTo>
                  <a:lnTo>
                    <a:pt x="16764" y="97409"/>
                  </a:lnTo>
                  <a:cubicBezTo>
                    <a:pt x="14097" y="94869"/>
                    <a:pt x="11684" y="92075"/>
                    <a:pt x="9652" y="88900"/>
                  </a:cubicBezTo>
                  <a:lnTo>
                    <a:pt x="9652" y="88900"/>
                  </a:lnTo>
                  <a:lnTo>
                    <a:pt x="9652" y="88900"/>
                  </a:lnTo>
                  <a:cubicBezTo>
                    <a:pt x="7620" y="85725"/>
                    <a:pt x="5842" y="82423"/>
                    <a:pt x="4318" y="78994"/>
                  </a:cubicBezTo>
                  <a:lnTo>
                    <a:pt x="4318" y="78994"/>
                  </a:lnTo>
                  <a:lnTo>
                    <a:pt x="4318" y="78994"/>
                  </a:lnTo>
                  <a:cubicBezTo>
                    <a:pt x="2921" y="75565"/>
                    <a:pt x="1778" y="72009"/>
                    <a:pt x="1016" y="68326"/>
                  </a:cubicBezTo>
                  <a:lnTo>
                    <a:pt x="5715" y="67310"/>
                  </a:lnTo>
                  <a:lnTo>
                    <a:pt x="1143" y="68326"/>
                  </a:lnTo>
                  <a:cubicBezTo>
                    <a:pt x="381" y="64643"/>
                    <a:pt x="0" y="60960"/>
                    <a:pt x="0" y="57150"/>
                  </a:cubicBezTo>
                  <a:lnTo>
                    <a:pt x="4826" y="57150"/>
                  </a:ln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lnTo>
                    <a:pt x="1143" y="45974"/>
                  </a:lnTo>
                  <a:lnTo>
                    <a:pt x="1143" y="45974"/>
                  </a:lnTo>
                  <a:cubicBezTo>
                    <a:pt x="1905" y="42291"/>
                    <a:pt x="2921" y="38735"/>
                    <a:pt x="4445" y="35306"/>
                  </a:cubicBezTo>
                  <a:lnTo>
                    <a:pt x="4445" y="35306"/>
                  </a:lnTo>
                  <a:lnTo>
                    <a:pt x="4445" y="35306"/>
                  </a:lnTo>
                  <a:cubicBezTo>
                    <a:pt x="5842" y="31750"/>
                    <a:pt x="7493" y="28575"/>
                    <a:pt x="9652" y="25400"/>
                  </a:cubicBezTo>
                  <a:lnTo>
                    <a:pt x="9652" y="25400"/>
                  </a:lnTo>
                  <a:lnTo>
                    <a:pt x="9652" y="25400"/>
                  </a:lnTo>
                  <a:cubicBezTo>
                    <a:pt x="11684" y="22225"/>
                    <a:pt x="14097" y="19431"/>
                    <a:pt x="16764" y="16764"/>
                  </a:cubicBezTo>
                  <a:lnTo>
                    <a:pt x="20193" y="20193"/>
                  </a:lnTo>
                  <a:lnTo>
                    <a:pt x="16764" y="16764"/>
                  </a:lnTo>
                  <a:cubicBezTo>
                    <a:pt x="19431" y="14097"/>
                    <a:pt x="22352" y="11684"/>
                    <a:pt x="25400" y="9652"/>
                  </a:cubicBezTo>
                  <a:lnTo>
                    <a:pt x="28067" y="13589"/>
                  </a:lnTo>
                  <a:lnTo>
                    <a:pt x="25400" y="9652"/>
                  </a:lnTo>
                  <a:cubicBezTo>
                    <a:pt x="28575" y="7620"/>
                    <a:pt x="31877" y="5842"/>
                    <a:pt x="35306" y="4318"/>
                  </a:cubicBezTo>
                  <a:lnTo>
                    <a:pt x="37084" y="8763"/>
                  </a:lnTo>
                  <a:lnTo>
                    <a:pt x="35306" y="4318"/>
                  </a:lnTo>
                  <a:cubicBezTo>
                    <a:pt x="38735" y="2921"/>
                    <a:pt x="42291" y="1778"/>
                    <a:pt x="45974" y="1016"/>
                  </a:cubicBezTo>
                  <a:lnTo>
                    <a:pt x="46990" y="5715"/>
                  </a:lnTo>
                  <a:lnTo>
                    <a:pt x="45974" y="1143"/>
                  </a:lnTo>
                  <a:cubicBezTo>
                    <a:pt x="49657" y="381"/>
                    <a:pt x="53340" y="0"/>
                    <a:pt x="57150" y="0"/>
                  </a:cubicBezTo>
                  <a:lnTo>
                    <a:pt x="57150" y="4826"/>
                  </a:lnTo>
                  <a:lnTo>
                    <a:pt x="57150" y="0"/>
                  </a:lnTo>
                  <a:cubicBezTo>
                    <a:pt x="60960" y="0"/>
                    <a:pt x="64643" y="381"/>
                    <a:pt x="68326" y="1143"/>
                  </a:cubicBezTo>
                  <a:lnTo>
                    <a:pt x="67310" y="5715"/>
                  </a:lnTo>
                  <a:lnTo>
                    <a:pt x="68326" y="1143"/>
                  </a:lnTo>
                  <a:cubicBezTo>
                    <a:pt x="72009" y="1905"/>
                    <a:pt x="75565" y="2921"/>
                    <a:pt x="78994" y="4445"/>
                  </a:cubicBezTo>
                  <a:lnTo>
                    <a:pt x="78994" y="4445"/>
                  </a:lnTo>
                  <a:lnTo>
                    <a:pt x="78994" y="4445"/>
                  </a:lnTo>
                  <a:cubicBezTo>
                    <a:pt x="82423" y="5842"/>
                    <a:pt x="85725" y="7620"/>
                    <a:pt x="88900" y="9779"/>
                  </a:cubicBezTo>
                  <a:lnTo>
                    <a:pt x="88900" y="9779"/>
                  </a:lnTo>
                  <a:lnTo>
                    <a:pt x="88900" y="9779"/>
                  </a:lnTo>
                  <a:cubicBezTo>
                    <a:pt x="92075" y="11811"/>
                    <a:pt x="94869" y="14224"/>
                    <a:pt x="97536" y="16891"/>
                  </a:cubicBezTo>
                  <a:lnTo>
                    <a:pt x="94107" y="20320"/>
                  </a:lnTo>
                  <a:lnTo>
                    <a:pt x="97536" y="16891"/>
                  </a:lnTo>
                  <a:cubicBezTo>
                    <a:pt x="100203" y="19558"/>
                    <a:pt x="102616" y="22479"/>
                    <a:pt x="104648" y="25527"/>
                  </a:cubicBezTo>
                  <a:lnTo>
                    <a:pt x="104648" y="25527"/>
                  </a:lnTo>
                  <a:lnTo>
                    <a:pt x="104648" y="25527"/>
                  </a:lnTo>
                  <a:cubicBezTo>
                    <a:pt x="106680" y="28702"/>
                    <a:pt x="108458" y="32004"/>
                    <a:pt x="109982" y="35433"/>
                  </a:cubicBezTo>
                  <a:lnTo>
                    <a:pt x="109982" y="35433"/>
                  </a:lnTo>
                  <a:lnTo>
                    <a:pt x="109982" y="35433"/>
                  </a:lnTo>
                  <a:cubicBezTo>
                    <a:pt x="111379" y="38862"/>
                    <a:pt x="112522" y="42418"/>
                    <a:pt x="113284" y="46101"/>
                  </a:cubicBezTo>
                  <a:lnTo>
                    <a:pt x="113284" y="46101"/>
                  </a:lnTo>
                  <a:lnTo>
                    <a:pt x="113284" y="46101"/>
                  </a:lnTo>
                  <a:cubicBezTo>
                    <a:pt x="114046" y="49784"/>
                    <a:pt x="114427" y="53467"/>
                    <a:pt x="114427" y="57277"/>
                  </a:cubicBezTo>
                  <a:lnTo>
                    <a:pt x="109474" y="57277"/>
                  </a:lnTo>
                  <a:lnTo>
                    <a:pt x="114300" y="57277"/>
                  </a:lnTo>
                  <a:moveTo>
                    <a:pt x="104775" y="57277"/>
                  </a:moveTo>
                  <a:cubicBezTo>
                    <a:pt x="104775" y="54102"/>
                    <a:pt x="104521" y="51054"/>
                    <a:pt x="103886" y="48006"/>
                  </a:cubicBezTo>
                  <a:lnTo>
                    <a:pt x="108585" y="47117"/>
                  </a:lnTo>
                  <a:lnTo>
                    <a:pt x="103886" y="48006"/>
                  </a:lnTo>
                  <a:cubicBezTo>
                    <a:pt x="103251" y="44958"/>
                    <a:pt x="102362" y="41910"/>
                    <a:pt x="101219" y="39116"/>
                  </a:cubicBezTo>
                  <a:lnTo>
                    <a:pt x="105664" y="37338"/>
                  </a:lnTo>
                  <a:lnTo>
                    <a:pt x="101219" y="39116"/>
                  </a:lnTo>
                  <a:cubicBezTo>
                    <a:pt x="100076" y="36195"/>
                    <a:pt x="98552" y="33528"/>
                    <a:pt x="96774" y="30861"/>
                  </a:cubicBezTo>
                  <a:lnTo>
                    <a:pt x="100711" y="28194"/>
                  </a:lnTo>
                  <a:lnTo>
                    <a:pt x="96774" y="30861"/>
                  </a:lnTo>
                  <a:cubicBezTo>
                    <a:pt x="94996" y="28321"/>
                    <a:pt x="93091" y="25908"/>
                    <a:pt x="90805" y="23622"/>
                  </a:cubicBezTo>
                  <a:lnTo>
                    <a:pt x="90805" y="23622"/>
                  </a:lnTo>
                  <a:lnTo>
                    <a:pt x="90805" y="23622"/>
                  </a:lnTo>
                  <a:cubicBezTo>
                    <a:pt x="88646" y="21463"/>
                    <a:pt x="86233" y="19431"/>
                    <a:pt x="83566" y="17653"/>
                  </a:cubicBezTo>
                  <a:lnTo>
                    <a:pt x="86233" y="13716"/>
                  </a:lnTo>
                  <a:lnTo>
                    <a:pt x="83566" y="17653"/>
                  </a:lnTo>
                  <a:cubicBezTo>
                    <a:pt x="81026" y="15875"/>
                    <a:pt x="78232" y="14478"/>
                    <a:pt x="75311" y="13208"/>
                  </a:cubicBezTo>
                  <a:lnTo>
                    <a:pt x="77216" y="8763"/>
                  </a:lnTo>
                  <a:lnTo>
                    <a:pt x="75438" y="13208"/>
                  </a:lnTo>
                  <a:cubicBezTo>
                    <a:pt x="72517" y="11938"/>
                    <a:pt x="69469" y="11049"/>
                    <a:pt x="66421" y="10414"/>
                  </a:cubicBezTo>
                  <a:lnTo>
                    <a:pt x="66421" y="10414"/>
                  </a:lnTo>
                  <a:lnTo>
                    <a:pt x="66421" y="10414"/>
                  </a:lnTo>
                  <a:cubicBezTo>
                    <a:pt x="63373" y="9779"/>
                    <a:pt x="60325" y="9525"/>
                    <a:pt x="57150" y="9525"/>
                  </a:cubicBezTo>
                  <a:cubicBezTo>
                    <a:pt x="53975" y="9525"/>
                    <a:pt x="50927" y="9779"/>
                    <a:pt x="47879" y="10414"/>
                  </a:cubicBezTo>
                  <a:lnTo>
                    <a:pt x="47879" y="10414"/>
                  </a:lnTo>
                  <a:lnTo>
                    <a:pt x="47879" y="10414"/>
                  </a:lnTo>
                  <a:cubicBezTo>
                    <a:pt x="44831" y="11049"/>
                    <a:pt x="41783" y="11938"/>
                    <a:pt x="38989" y="13081"/>
                  </a:cubicBezTo>
                  <a:lnTo>
                    <a:pt x="38989" y="13081"/>
                  </a:lnTo>
                  <a:lnTo>
                    <a:pt x="38989" y="13081"/>
                  </a:lnTo>
                  <a:cubicBezTo>
                    <a:pt x="36068" y="14224"/>
                    <a:pt x="33401" y="15748"/>
                    <a:pt x="30734" y="17526"/>
                  </a:cubicBezTo>
                  <a:lnTo>
                    <a:pt x="30734" y="17526"/>
                  </a:lnTo>
                  <a:lnTo>
                    <a:pt x="30734" y="17526"/>
                  </a:lnTo>
                  <a:cubicBezTo>
                    <a:pt x="28194" y="19304"/>
                    <a:pt x="25781" y="21209"/>
                    <a:pt x="23495" y="23495"/>
                  </a:cubicBezTo>
                  <a:lnTo>
                    <a:pt x="23495" y="23495"/>
                  </a:lnTo>
                  <a:lnTo>
                    <a:pt x="23495" y="23495"/>
                  </a:lnTo>
                  <a:cubicBezTo>
                    <a:pt x="21336" y="25654"/>
                    <a:pt x="19304" y="28067"/>
                    <a:pt x="17526" y="30734"/>
                  </a:cubicBezTo>
                  <a:lnTo>
                    <a:pt x="13589" y="28067"/>
                  </a:lnTo>
                  <a:lnTo>
                    <a:pt x="17526" y="30734"/>
                  </a:lnTo>
                  <a:cubicBezTo>
                    <a:pt x="15748" y="33274"/>
                    <a:pt x="14351" y="36068"/>
                    <a:pt x="13081" y="38989"/>
                  </a:cubicBezTo>
                  <a:lnTo>
                    <a:pt x="8763" y="37084"/>
                  </a:lnTo>
                  <a:lnTo>
                    <a:pt x="13208" y="38862"/>
                  </a:lnTo>
                  <a:cubicBezTo>
                    <a:pt x="12065" y="41783"/>
                    <a:pt x="11049" y="44704"/>
                    <a:pt x="10541" y="47752"/>
                  </a:cubicBezTo>
                  <a:lnTo>
                    <a:pt x="5715" y="46990"/>
                  </a:lnTo>
                  <a:lnTo>
                    <a:pt x="10414" y="47879"/>
                  </a:lnTo>
                  <a:cubicBezTo>
                    <a:pt x="9779" y="50927"/>
                    <a:pt x="9525" y="54102"/>
                    <a:pt x="9525" y="57150"/>
                  </a:cubicBezTo>
                  <a:cubicBezTo>
                    <a:pt x="9525" y="60198"/>
                    <a:pt x="9779" y="63373"/>
                    <a:pt x="10414" y="66421"/>
                  </a:cubicBezTo>
                  <a:lnTo>
                    <a:pt x="10414" y="66421"/>
                  </a:lnTo>
                  <a:lnTo>
                    <a:pt x="10414" y="66421"/>
                  </a:lnTo>
                  <a:cubicBezTo>
                    <a:pt x="11049" y="69469"/>
                    <a:pt x="11938" y="72517"/>
                    <a:pt x="13081" y="75311"/>
                  </a:cubicBezTo>
                  <a:lnTo>
                    <a:pt x="8636" y="77089"/>
                  </a:lnTo>
                  <a:lnTo>
                    <a:pt x="13081" y="75311"/>
                  </a:lnTo>
                  <a:cubicBezTo>
                    <a:pt x="14224" y="78232"/>
                    <a:pt x="15748" y="80899"/>
                    <a:pt x="17526" y="83566"/>
                  </a:cubicBezTo>
                  <a:lnTo>
                    <a:pt x="13589" y="86233"/>
                  </a:lnTo>
                  <a:lnTo>
                    <a:pt x="17526" y="83566"/>
                  </a:lnTo>
                  <a:cubicBezTo>
                    <a:pt x="19304" y="86106"/>
                    <a:pt x="21209" y="88519"/>
                    <a:pt x="23495" y="90805"/>
                  </a:cubicBezTo>
                  <a:lnTo>
                    <a:pt x="20066" y="94234"/>
                  </a:lnTo>
                  <a:lnTo>
                    <a:pt x="23495" y="90805"/>
                  </a:lnTo>
                  <a:cubicBezTo>
                    <a:pt x="25654" y="92964"/>
                    <a:pt x="28067" y="94996"/>
                    <a:pt x="30734" y="96774"/>
                  </a:cubicBezTo>
                  <a:lnTo>
                    <a:pt x="28067" y="100711"/>
                  </a:lnTo>
                  <a:lnTo>
                    <a:pt x="30734" y="96774"/>
                  </a:lnTo>
                  <a:cubicBezTo>
                    <a:pt x="33274" y="98552"/>
                    <a:pt x="36068" y="99949"/>
                    <a:pt x="38989" y="101219"/>
                  </a:cubicBezTo>
                  <a:lnTo>
                    <a:pt x="38989" y="101219"/>
                  </a:lnTo>
                  <a:lnTo>
                    <a:pt x="38989" y="101219"/>
                  </a:lnTo>
                  <a:cubicBezTo>
                    <a:pt x="41910" y="102362"/>
                    <a:pt x="44831" y="103378"/>
                    <a:pt x="47879" y="103886"/>
                  </a:cubicBezTo>
                  <a:lnTo>
                    <a:pt x="47879" y="103886"/>
                  </a:lnTo>
                  <a:lnTo>
                    <a:pt x="47879" y="103886"/>
                  </a:lnTo>
                  <a:cubicBezTo>
                    <a:pt x="50927" y="104521"/>
                    <a:pt x="54102" y="104775"/>
                    <a:pt x="57150" y="104775"/>
                  </a:cubicBezTo>
                  <a:lnTo>
                    <a:pt x="57150" y="109474"/>
                  </a:lnTo>
                  <a:lnTo>
                    <a:pt x="57150" y="104775"/>
                  </a:lnTo>
                  <a:cubicBezTo>
                    <a:pt x="60325" y="104775"/>
                    <a:pt x="63373" y="104521"/>
                    <a:pt x="66421" y="103886"/>
                  </a:cubicBezTo>
                  <a:lnTo>
                    <a:pt x="66421" y="103886"/>
                  </a:lnTo>
                  <a:lnTo>
                    <a:pt x="66421" y="103886"/>
                  </a:lnTo>
                  <a:cubicBezTo>
                    <a:pt x="69469" y="103251"/>
                    <a:pt x="72517" y="102362"/>
                    <a:pt x="75311" y="101219"/>
                  </a:cubicBezTo>
                  <a:lnTo>
                    <a:pt x="75311" y="101219"/>
                  </a:lnTo>
                  <a:lnTo>
                    <a:pt x="75311" y="101219"/>
                  </a:lnTo>
                  <a:cubicBezTo>
                    <a:pt x="78232" y="100076"/>
                    <a:pt x="80899" y="98552"/>
                    <a:pt x="83566" y="96774"/>
                  </a:cubicBezTo>
                  <a:cubicBezTo>
                    <a:pt x="86233" y="94996"/>
                    <a:pt x="88519" y="93091"/>
                    <a:pt x="90805" y="90805"/>
                  </a:cubicBezTo>
                  <a:cubicBezTo>
                    <a:pt x="93091" y="88519"/>
                    <a:pt x="94996" y="86233"/>
                    <a:pt x="96774" y="83566"/>
                  </a:cubicBezTo>
                  <a:lnTo>
                    <a:pt x="96774" y="83566"/>
                  </a:lnTo>
                  <a:lnTo>
                    <a:pt x="96774" y="83566"/>
                  </a:lnTo>
                  <a:cubicBezTo>
                    <a:pt x="98552" y="81026"/>
                    <a:pt x="99949" y="78232"/>
                    <a:pt x="101219" y="75311"/>
                  </a:cubicBezTo>
                  <a:lnTo>
                    <a:pt x="101219" y="75311"/>
                  </a:lnTo>
                  <a:lnTo>
                    <a:pt x="101219" y="75311"/>
                  </a:lnTo>
                  <a:cubicBezTo>
                    <a:pt x="102362" y="72390"/>
                    <a:pt x="103378" y="69469"/>
                    <a:pt x="103886" y="66421"/>
                  </a:cubicBezTo>
                  <a:lnTo>
                    <a:pt x="108585" y="67310"/>
                  </a:lnTo>
                  <a:lnTo>
                    <a:pt x="103886" y="66421"/>
                  </a:lnTo>
                  <a:cubicBezTo>
                    <a:pt x="104521" y="63373"/>
                    <a:pt x="104775" y="60198"/>
                    <a:pt x="104775" y="57150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2429618" y="1114111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129" t="-49205" r="-36430" b="-63615"/>
            </a:stretch>
          </a:blipFill>
        </p:spPr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159507" y="1162050"/>
            <a:ext cx="1106119" cy="276530"/>
            <a:chOff x="0" y="0"/>
            <a:chExt cx="1106119" cy="27653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712566" y="2490997"/>
            <a:ext cx="4968430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79622" y="4246721"/>
            <a:ext cx="8301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30641" y="4503896"/>
            <a:ext cx="4846320" cy="45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Records: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5000customers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30641" y="4922996"/>
            <a:ext cx="4177332" cy="87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Total Features: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14columns </a:t>
            </a:r>
            <a:r>
              <a:rPr lang="en-US" sz="24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Contains: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48858" y="5761196"/>
            <a:ext cx="6258458" cy="297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Customer demographics (Age, Experience, Education) Financial details (Income, CCAvg, Mortgage) Banking details (CD Account, Securities Account, Online, CreditCard) </a:t>
            </a:r>
            <a:r>
              <a:rPr lang="en-US" sz="24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variable: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Personal Loan (Yes/No)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6495" y="418400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878006" y="4674870"/>
            <a:ext cx="104775" cy="104775"/>
            <a:chOff x="0" y="0"/>
            <a:chExt cx="104775" cy="104775"/>
          </a:xfrm>
        </p:grpSpPr>
        <p:sp>
          <p:nvSpPr>
            <p:cNvPr id="4" name="Freeform 4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878006" y="5093970"/>
            <a:ext cx="104775" cy="104775"/>
            <a:chOff x="0" y="0"/>
            <a:chExt cx="104775" cy="10477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878006" y="5513070"/>
            <a:ext cx="104775" cy="104775"/>
            <a:chOff x="0" y="0"/>
            <a:chExt cx="104775" cy="104775"/>
          </a:xfrm>
        </p:grpSpPr>
        <p:sp>
          <p:nvSpPr>
            <p:cNvPr id="8" name="Freeform 8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878006" y="6351270"/>
            <a:ext cx="104775" cy="104775"/>
            <a:chOff x="0" y="0"/>
            <a:chExt cx="104775" cy="104775"/>
          </a:xfrm>
        </p:grpSpPr>
        <p:sp>
          <p:nvSpPr>
            <p:cNvPr id="10" name="Freeform 10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878006" y="7189470"/>
            <a:ext cx="104775" cy="104775"/>
            <a:chOff x="0" y="0"/>
            <a:chExt cx="104775" cy="104775"/>
          </a:xfrm>
        </p:grpSpPr>
        <p:sp>
          <p:nvSpPr>
            <p:cNvPr id="12" name="Freeform 12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3939609" y="7976692"/>
            <a:ext cx="2230965" cy="28575"/>
            <a:chOff x="0" y="0"/>
            <a:chExt cx="2230958" cy="285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1009" cy="28575"/>
            </a:xfrm>
            <a:custGeom>
              <a:avLst/>
              <a:gdLst/>
              <a:ahLst/>
              <a:cxnLst/>
              <a:rect l="l" t="t" r="r" b="b"/>
              <a:pathLst>
                <a:path w="2231009" h="28575">
                  <a:moveTo>
                    <a:pt x="0" y="0"/>
                  </a:moveTo>
                  <a:lnTo>
                    <a:pt x="2231009" y="0"/>
                  </a:lnTo>
                  <a:lnTo>
                    <a:pt x="2231009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73E88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14128604" y="8087211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129" t="-49205" r="-36430" b="-63615"/>
            </a:stretch>
          </a:blip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59507" y="1162050"/>
            <a:ext cx="1106119" cy="276530"/>
            <a:chOff x="0" y="0"/>
            <a:chExt cx="1106119" cy="276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939609" y="7976692"/>
            <a:ext cx="2230965" cy="28575"/>
            <a:chOff x="0" y="0"/>
            <a:chExt cx="2230958" cy="285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31009" cy="28575"/>
            </a:xfrm>
            <a:custGeom>
              <a:avLst/>
              <a:gdLst/>
              <a:ahLst/>
              <a:cxnLst/>
              <a:rect l="l" t="t" r="r" b="b"/>
              <a:pathLst>
                <a:path w="2231009" h="28575">
                  <a:moveTo>
                    <a:pt x="0" y="28575"/>
                  </a:moveTo>
                  <a:lnTo>
                    <a:pt x="2231009" y="28575"/>
                  </a:lnTo>
                  <a:lnTo>
                    <a:pt x="22310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2265626" y="2420889"/>
            <a:ext cx="5617949" cy="6184361"/>
          </a:xfrm>
          <a:custGeom>
            <a:avLst/>
            <a:gdLst/>
            <a:ahLst/>
            <a:cxnLst/>
            <a:rect l="l" t="t" r="r" b="b"/>
            <a:pathLst>
              <a:path w="5617949" h="6184361">
                <a:moveTo>
                  <a:pt x="0" y="0"/>
                </a:moveTo>
                <a:lnTo>
                  <a:pt x="5617949" y="0"/>
                </a:lnTo>
                <a:lnTo>
                  <a:pt x="5617949" y="6184362"/>
                </a:lnTo>
                <a:lnTo>
                  <a:pt x="0" y="6184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362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395679" y="2302231"/>
            <a:ext cx="8028575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DATA UNDERSTANDING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67302" y="4321531"/>
            <a:ext cx="8301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57955" y="4540606"/>
            <a:ext cx="287081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Nomissing values.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57955" y="4959706"/>
            <a:ext cx="6504022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Noduplicate records. Numerical + Categoricalfeaturesclearly defined. Income, CCAvg, Mortgage show right- skewed distribution. Understood basic patterns and behaviour of each variable.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3469" y="437450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6" y="0"/>
                </a:lnTo>
                <a:lnTo>
                  <a:pt x="17414176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91111" y="1114111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129" t="-49205" r="-36430" b="-63615"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59507" y="1162050"/>
            <a:ext cx="1106119" cy="276530"/>
            <a:chOff x="0" y="0"/>
            <a:chExt cx="1106119" cy="2765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944077" y="8113614"/>
            <a:ext cx="104775" cy="104775"/>
            <a:chOff x="0" y="0"/>
            <a:chExt cx="104775" cy="104775"/>
          </a:xfrm>
        </p:grpSpPr>
        <p:sp>
          <p:nvSpPr>
            <p:cNvPr id="7" name="Freeform 7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944077" y="6732608"/>
            <a:ext cx="104775" cy="104775"/>
            <a:chOff x="0" y="0"/>
            <a:chExt cx="104775" cy="104775"/>
          </a:xfrm>
        </p:grpSpPr>
        <p:sp>
          <p:nvSpPr>
            <p:cNvPr id="9" name="Freeform 9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7944077" y="7707123"/>
            <a:ext cx="104775" cy="104775"/>
            <a:chOff x="0" y="0"/>
            <a:chExt cx="104775" cy="104775"/>
          </a:xfrm>
        </p:grpSpPr>
        <p:sp>
          <p:nvSpPr>
            <p:cNvPr id="11" name="Freeform 11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7941412" y="8981582"/>
            <a:ext cx="104775" cy="104775"/>
            <a:chOff x="0" y="0"/>
            <a:chExt cx="104775" cy="104775"/>
          </a:xfrm>
        </p:grpSpPr>
        <p:sp>
          <p:nvSpPr>
            <p:cNvPr id="13" name="Freeform 13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7944077" y="6184106"/>
            <a:ext cx="104775" cy="104775"/>
            <a:chOff x="0" y="0"/>
            <a:chExt cx="104775" cy="104775"/>
          </a:xfrm>
        </p:grpSpPr>
        <p:sp>
          <p:nvSpPr>
            <p:cNvPr id="15" name="Freeform 15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sp>
        <p:nvSpPr>
          <p:cNvPr id="16" name="Freeform 16"/>
          <p:cNvSpPr/>
          <p:nvPr/>
        </p:nvSpPr>
        <p:spPr>
          <a:xfrm>
            <a:off x="2491111" y="1608539"/>
            <a:ext cx="11005375" cy="4083125"/>
          </a:xfrm>
          <a:custGeom>
            <a:avLst/>
            <a:gdLst/>
            <a:ahLst/>
            <a:cxnLst/>
            <a:rect l="l" t="t" r="r" b="b"/>
            <a:pathLst>
              <a:path w="11005375" h="4083125">
                <a:moveTo>
                  <a:pt x="0" y="0"/>
                </a:moveTo>
                <a:lnTo>
                  <a:pt x="11005376" y="0"/>
                </a:lnTo>
                <a:lnTo>
                  <a:pt x="11005376" y="4083125"/>
                </a:lnTo>
                <a:lnTo>
                  <a:pt x="0" y="408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96" r="-406" b="-209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423870" y="4246721"/>
            <a:ext cx="8301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25315" y="6748920"/>
            <a:ext cx="393906" cy="3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→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15214" y="5986939"/>
            <a:ext cx="6729451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Converted binary columns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(0/1) → Yes/No.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15214" y="6533674"/>
            <a:ext cx="3725894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Converted Education: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1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19221" y="6587828"/>
            <a:ext cx="2565521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Under Graduate,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15214" y="7078247"/>
            <a:ext cx="7614107" cy="210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2 → Graduate, 3 → Professional.</a:t>
            </a:r>
          </a:p>
          <a:p>
            <a:pPr algn="just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Removed negative experience values (–1, – 2, –3).</a:t>
            </a:r>
          </a:p>
          <a:p>
            <a:pPr algn="just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Kept realistic outliers based on Kaggle description.</a:t>
            </a:r>
          </a:p>
          <a:p>
            <a:pPr algn="just">
              <a:lnSpc>
                <a:spcPts val="3300"/>
              </a:lnSpc>
            </a:pPr>
            <a:r>
              <a:rPr lang="en-US" sz="24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Cleaned dataset size: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4948 valid rows.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3469" y="9782875"/>
            <a:ext cx="17414176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 paragraph text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3444" y="5915363"/>
            <a:ext cx="6752034" cy="128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sz="7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445" y="437445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141801" y="2013585"/>
            <a:ext cx="6259830" cy="6259830"/>
            <a:chOff x="0" y="0"/>
            <a:chExt cx="8346440" cy="8346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346440" cy="8346440"/>
            </a:xfrm>
            <a:custGeom>
              <a:avLst/>
              <a:gdLst/>
              <a:ahLst/>
              <a:cxnLst/>
              <a:rect l="l" t="t" r="r" b="b"/>
              <a:pathLst>
                <a:path w="8346440" h="8346440">
                  <a:moveTo>
                    <a:pt x="4173220" y="0"/>
                  </a:moveTo>
                  <a:cubicBezTo>
                    <a:pt x="1868424" y="0"/>
                    <a:pt x="0" y="1868424"/>
                    <a:pt x="0" y="4173220"/>
                  </a:cubicBezTo>
                  <a:cubicBezTo>
                    <a:pt x="0" y="6477381"/>
                    <a:pt x="1867281" y="8345297"/>
                    <a:pt x="4171061" y="8346440"/>
                  </a:cubicBezTo>
                  <a:lnTo>
                    <a:pt x="4175252" y="8346440"/>
                  </a:lnTo>
                  <a:cubicBezTo>
                    <a:pt x="6479032" y="8345297"/>
                    <a:pt x="8346312" y="6477381"/>
                    <a:pt x="8346312" y="4173220"/>
                  </a:cubicBezTo>
                  <a:cubicBezTo>
                    <a:pt x="8346440" y="1868424"/>
                    <a:pt x="6478016" y="0"/>
                    <a:pt x="4173220" y="0"/>
                  </a:cubicBezTo>
                  <a:close/>
                </a:path>
              </a:pathLst>
            </a:custGeom>
            <a:blipFill>
              <a:blip r:embed="rId4"/>
              <a:stretch>
                <a:fillRect t="-54855" r="-1" b="-22879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878006" y="5034915"/>
            <a:ext cx="104775" cy="104775"/>
            <a:chOff x="0" y="0"/>
            <a:chExt cx="104775" cy="10477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878006" y="5454015"/>
            <a:ext cx="104775" cy="104775"/>
            <a:chOff x="0" y="0"/>
            <a:chExt cx="104775" cy="104775"/>
          </a:xfrm>
        </p:grpSpPr>
        <p:sp>
          <p:nvSpPr>
            <p:cNvPr id="8" name="Freeform 8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878006" y="6292215"/>
            <a:ext cx="104775" cy="104775"/>
            <a:chOff x="0" y="0"/>
            <a:chExt cx="104775" cy="104775"/>
          </a:xfrm>
        </p:grpSpPr>
        <p:sp>
          <p:nvSpPr>
            <p:cNvPr id="10" name="Freeform 10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2500732" y="1162050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129" t="-49205" r="-36430" b="-63615"/>
            </a:stretch>
          </a:blipFill>
        </p:spPr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59507" y="1162050"/>
            <a:ext cx="1106119" cy="276530"/>
            <a:chOff x="0" y="0"/>
            <a:chExt cx="1106119" cy="2765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732893" y="2728951"/>
            <a:ext cx="6557724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 &amp; CORRELATION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17822" y="4681576"/>
            <a:ext cx="8301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8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57955" y="4900651"/>
            <a:ext cx="656178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UsedIQRandZ-Scoreforoutlier detection.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57955" y="5319751"/>
            <a:ext cx="6697447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Strongcorrelationfound:Age ↔ Experience (0.99). Moderate correlation: Income ↔ CCAvg (0.65).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445" y="437445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50180" y="963416"/>
            <a:ext cx="8807234" cy="3325158"/>
          </a:xfrm>
          <a:custGeom>
            <a:avLst/>
            <a:gdLst/>
            <a:ahLst/>
            <a:cxnLst/>
            <a:rect l="l" t="t" r="r" b="b"/>
            <a:pathLst>
              <a:path w="8807234" h="3325158">
                <a:moveTo>
                  <a:pt x="0" y="0"/>
                </a:moveTo>
                <a:lnTo>
                  <a:pt x="8807234" y="0"/>
                </a:lnTo>
                <a:lnTo>
                  <a:pt x="8807234" y="3325158"/>
                </a:lnTo>
                <a:lnTo>
                  <a:pt x="0" y="3325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24626" y="4724848"/>
            <a:ext cx="6124575" cy="4514850"/>
          </a:xfrm>
          <a:custGeom>
            <a:avLst/>
            <a:gdLst/>
            <a:ahLst/>
            <a:cxnLst/>
            <a:rect l="l" t="t" r="r" b="b"/>
            <a:pathLst>
              <a:path w="6124575" h="4514850">
                <a:moveTo>
                  <a:pt x="0" y="0"/>
                </a:moveTo>
                <a:lnTo>
                  <a:pt x="6124575" y="0"/>
                </a:lnTo>
                <a:lnTo>
                  <a:pt x="6124575" y="4514850"/>
                </a:lnTo>
                <a:lnTo>
                  <a:pt x="0" y="4514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05" b="-781"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835048" y="3983355"/>
            <a:ext cx="104775" cy="104775"/>
            <a:chOff x="0" y="0"/>
            <a:chExt cx="104775" cy="10477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835048" y="4821555"/>
            <a:ext cx="104775" cy="104775"/>
            <a:chOff x="0" y="0"/>
            <a:chExt cx="104775" cy="104775"/>
          </a:xfrm>
        </p:grpSpPr>
        <p:sp>
          <p:nvSpPr>
            <p:cNvPr id="8" name="Freeform 8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835048" y="5659755"/>
            <a:ext cx="104775" cy="104775"/>
            <a:chOff x="0" y="0"/>
            <a:chExt cx="104775" cy="104775"/>
          </a:xfrm>
        </p:grpSpPr>
        <p:sp>
          <p:nvSpPr>
            <p:cNvPr id="10" name="Freeform 10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835048" y="6497955"/>
            <a:ext cx="104775" cy="104775"/>
            <a:chOff x="0" y="0"/>
            <a:chExt cx="104775" cy="104775"/>
          </a:xfrm>
        </p:grpSpPr>
        <p:sp>
          <p:nvSpPr>
            <p:cNvPr id="12" name="Freeform 12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835048" y="6917055"/>
            <a:ext cx="104775" cy="104775"/>
            <a:chOff x="0" y="0"/>
            <a:chExt cx="104775" cy="104775"/>
          </a:xfrm>
        </p:grpSpPr>
        <p:sp>
          <p:nvSpPr>
            <p:cNvPr id="14" name="Freeform 14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835048" y="7755255"/>
            <a:ext cx="104775" cy="104775"/>
            <a:chOff x="0" y="0"/>
            <a:chExt cx="104775" cy="104775"/>
          </a:xfrm>
        </p:grpSpPr>
        <p:sp>
          <p:nvSpPr>
            <p:cNvPr id="16" name="Freeform 16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2413816" y="1162050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129" t="-49205" r="-36430" b="-63615"/>
            </a:stretch>
          </a:blipFill>
        </p:spPr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159507" y="1162050"/>
            <a:ext cx="1106119" cy="276530"/>
            <a:chOff x="0" y="0"/>
            <a:chExt cx="1106119" cy="2765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712566" y="2131466"/>
            <a:ext cx="5628770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UNIVARIATE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71283" y="4011016"/>
            <a:ext cx="8301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14988" y="3849091"/>
            <a:ext cx="6207947" cy="45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Income: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Right-skewed; most customers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14988" y="4268191"/>
            <a:ext cx="5243579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fallinthe medium-income group.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14988" y="4754880"/>
            <a:ext cx="6130576" cy="380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b="1" dirty="0" err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CCAvg</a:t>
            </a:r>
            <a:r>
              <a:rPr lang="en-US" sz="2400" b="1" dirty="0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2400" dirty="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Majority spend less than 2 units monthly on credit cards</a:t>
            </a:r>
          </a:p>
          <a:p>
            <a:pPr algn="l">
              <a:lnSpc>
                <a:spcPts val="3300"/>
              </a:lnSpc>
            </a:pPr>
            <a:r>
              <a:rPr lang="en-US" sz="2400" dirty="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400" b="1" dirty="0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Mortgage: </a:t>
            </a:r>
            <a:r>
              <a:rPr lang="en-US" sz="2400" dirty="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Many customers have 0 mortgage; a few have very high values. </a:t>
            </a:r>
            <a:r>
              <a:rPr lang="en-US" sz="2400" b="1" dirty="0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Age: </a:t>
            </a:r>
            <a:r>
              <a:rPr lang="en-US" sz="2400" dirty="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Mostly between 35–55 years. </a:t>
            </a:r>
            <a:r>
              <a:rPr lang="en-US" sz="2400" b="1" dirty="0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Experience: </a:t>
            </a:r>
            <a:r>
              <a:rPr lang="en-US" sz="2400" dirty="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Ranges from 0–43 years after cleaning negative values. </a:t>
            </a:r>
            <a:r>
              <a:rPr lang="en-US" sz="2400" b="1" dirty="0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Education: </a:t>
            </a:r>
            <a:r>
              <a:rPr lang="en-US" sz="2400" dirty="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Under Graduates form the largest group.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445" y="437445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5439" y="1556452"/>
            <a:ext cx="4295775" cy="2952750"/>
          </a:xfrm>
          <a:custGeom>
            <a:avLst/>
            <a:gdLst/>
            <a:ahLst/>
            <a:cxnLst/>
            <a:rect l="l" t="t" r="r" b="b"/>
            <a:pathLst>
              <a:path w="4295775" h="2952750">
                <a:moveTo>
                  <a:pt x="0" y="0"/>
                </a:moveTo>
                <a:lnTo>
                  <a:pt x="4295775" y="0"/>
                </a:lnTo>
                <a:lnTo>
                  <a:pt x="4295775" y="2952750"/>
                </a:lnTo>
                <a:lnTo>
                  <a:pt x="0" y="295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8463" y="4861808"/>
            <a:ext cx="7343775" cy="4867275"/>
          </a:xfrm>
          <a:custGeom>
            <a:avLst/>
            <a:gdLst/>
            <a:ahLst/>
            <a:cxnLst/>
            <a:rect l="l" t="t" r="r" b="b"/>
            <a:pathLst>
              <a:path w="7343775" h="4867275">
                <a:moveTo>
                  <a:pt x="0" y="0"/>
                </a:moveTo>
                <a:lnTo>
                  <a:pt x="7343775" y="0"/>
                </a:lnTo>
                <a:lnTo>
                  <a:pt x="7343775" y="4867275"/>
                </a:lnTo>
                <a:lnTo>
                  <a:pt x="0" y="4867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145910" y="1558080"/>
            <a:ext cx="4352925" cy="2952750"/>
          </a:xfrm>
          <a:custGeom>
            <a:avLst/>
            <a:gdLst/>
            <a:ahLst/>
            <a:cxnLst/>
            <a:rect l="l" t="t" r="r" b="b"/>
            <a:pathLst>
              <a:path w="4352925" h="2952750">
                <a:moveTo>
                  <a:pt x="0" y="0"/>
                </a:moveTo>
                <a:lnTo>
                  <a:pt x="4352925" y="0"/>
                </a:lnTo>
                <a:lnTo>
                  <a:pt x="4352925" y="2952750"/>
                </a:lnTo>
                <a:lnTo>
                  <a:pt x="0" y="2952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28604" y="8155334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4129" t="-49207" r="-36430" b="-63612"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59507" y="1162050"/>
            <a:ext cx="1106119" cy="276530"/>
            <a:chOff x="0" y="0"/>
            <a:chExt cx="1106119" cy="2765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3939609" y="7976692"/>
            <a:ext cx="2230965" cy="28575"/>
            <a:chOff x="0" y="0"/>
            <a:chExt cx="2230958" cy="285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009" cy="28575"/>
            </a:xfrm>
            <a:custGeom>
              <a:avLst/>
              <a:gdLst/>
              <a:ahLst/>
              <a:cxnLst/>
              <a:rect l="l" t="t" r="r" b="b"/>
              <a:pathLst>
                <a:path w="2231009" h="28575">
                  <a:moveTo>
                    <a:pt x="0" y="28575"/>
                  </a:moveTo>
                  <a:lnTo>
                    <a:pt x="2231009" y="28575"/>
                  </a:lnTo>
                  <a:lnTo>
                    <a:pt x="22310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497101" y="2635796"/>
            <a:ext cx="8176412" cy="276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75"/>
              </a:lnSpc>
            </a:pPr>
            <a:r>
              <a:rPr lang="en-US" sz="6099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BIVARIATE ANALYSIS NUMERICAL FEATURES</a:t>
            </a:r>
          </a:p>
          <a:p>
            <a:pPr algn="l">
              <a:lnSpc>
                <a:spcPts val="3300"/>
              </a:lnSpc>
            </a:pPr>
            <a:r>
              <a:rPr lang="en-US" sz="2400" i="1">
                <a:solidFill>
                  <a:srgbClr val="10141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LoanAcceptors usually have: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24964" y="4734277"/>
            <a:ext cx="9265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 i="1">
                <a:solidFill>
                  <a:srgbClr val="10141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15176" y="5410552"/>
            <a:ext cx="6380569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Higher Income Higher Credit Card Spending (CCAvg) Higher Mortgage amounts </a:t>
            </a:r>
            <a:r>
              <a:rPr lang="en-US" sz="24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Conclusion: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Financially active customers accept more loans.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419100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15812" y="1478571"/>
            <a:ext cx="5277555" cy="3248025"/>
          </a:xfrm>
          <a:custGeom>
            <a:avLst/>
            <a:gdLst/>
            <a:ahLst/>
            <a:cxnLst/>
            <a:rect l="l" t="t" r="r" b="b"/>
            <a:pathLst>
              <a:path w="4733925" h="3248025">
                <a:moveTo>
                  <a:pt x="0" y="0"/>
                </a:moveTo>
                <a:lnTo>
                  <a:pt x="4733925" y="0"/>
                </a:lnTo>
                <a:lnTo>
                  <a:pt x="4733925" y="3248025"/>
                </a:lnTo>
                <a:lnTo>
                  <a:pt x="0" y="3248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0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860139" y="4462653"/>
            <a:ext cx="5277555" cy="3524034"/>
          </a:xfrm>
          <a:custGeom>
            <a:avLst/>
            <a:gdLst/>
            <a:ahLst/>
            <a:cxnLst/>
            <a:rect l="l" t="t" r="r" b="b"/>
            <a:pathLst>
              <a:path w="4352925" h="2933700">
                <a:moveTo>
                  <a:pt x="0" y="0"/>
                </a:moveTo>
                <a:lnTo>
                  <a:pt x="4352925" y="0"/>
                </a:lnTo>
                <a:lnTo>
                  <a:pt x="4352925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835048" y="5471960"/>
            <a:ext cx="104775" cy="104775"/>
            <a:chOff x="0" y="0"/>
            <a:chExt cx="104775" cy="104775"/>
          </a:xfrm>
        </p:grpSpPr>
        <p:sp>
          <p:nvSpPr>
            <p:cNvPr id="8" name="Freeform 8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835048" y="6310160"/>
            <a:ext cx="104775" cy="104775"/>
            <a:chOff x="0" y="0"/>
            <a:chExt cx="104775" cy="104775"/>
          </a:xfrm>
        </p:grpSpPr>
        <p:sp>
          <p:nvSpPr>
            <p:cNvPr id="10" name="Freeform 10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835048" y="7148360"/>
            <a:ext cx="104775" cy="104775"/>
            <a:chOff x="0" y="0"/>
            <a:chExt cx="104775" cy="104775"/>
          </a:xfrm>
        </p:grpSpPr>
        <p:sp>
          <p:nvSpPr>
            <p:cNvPr id="12" name="Freeform 12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835048" y="7986560"/>
            <a:ext cx="104775" cy="104775"/>
            <a:chOff x="0" y="0"/>
            <a:chExt cx="104775" cy="104775"/>
          </a:xfrm>
        </p:grpSpPr>
        <p:sp>
          <p:nvSpPr>
            <p:cNvPr id="14" name="Freeform 14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2434314" y="1114111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129" t="-49205" r="-36430" b="-63615"/>
            </a:stretch>
          </a:blip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59507" y="1162050"/>
            <a:ext cx="1106119" cy="276530"/>
            <a:chOff x="0" y="0"/>
            <a:chExt cx="1106119" cy="276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12566" y="2204571"/>
            <a:ext cx="5703246" cy="326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9"/>
              </a:lnSpc>
            </a:pPr>
            <a:r>
              <a:rPr lang="en-US" sz="6199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BIVARIATE ANALYSIS – CATEGORICAL FEATURES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2962" y="5080521"/>
            <a:ext cx="8301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14988" y="5337696"/>
            <a:ext cx="586972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Professionals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accept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loans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than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14988" y="5756796"/>
            <a:ext cx="5750652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undergraduates. Customers with CD Accounts show higher acceptance. Credit Card users accept loans more often. Online banking users have slightly higher acceptance.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445" y="437445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954722" y="3021330"/>
            <a:ext cx="104775" cy="104775"/>
            <a:chOff x="0" y="0"/>
            <a:chExt cx="104775" cy="104775"/>
          </a:xfrm>
        </p:grpSpPr>
        <p:sp>
          <p:nvSpPr>
            <p:cNvPr id="4" name="Freeform 4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2954722" y="3440430"/>
            <a:ext cx="104775" cy="104775"/>
            <a:chOff x="0" y="0"/>
            <a:chExt cx="104775" cy="10477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2954722" y="4278630"/>
            <a:ext cx="104775" cy="104775"/>
            <a:chOff x="0" y="0"/>
            <a:chExt cx="104775" cy="104775"/>
          </a:xfrm>
        </p:grpSpPr>
        <p:sp>
          <p:nvSpPr>
            <p:cNvPr id="8" name="Freeform 8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101419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2716597" y="4782598"/>
            <a:ext cx="6296025" cy="4876800"/>
          </a:xfrm>
          <a:custGeom>
            <a:avLst/>
            <a:gdLst/>
            <a:ahLst/>
            <a:cxnLst/>
            <a:rect l="l" t="t" r="r" b="b"/>
            <a:pathLst>
              <a:path w="6296025" h="4876800">
                <a:moveTo>
                  <a:pt x="0" y="0"/>
                </a:moveTo>
                <a:lnTo>
                  <a:pt x="6296025" y="0"/>
                </a:lnTo>
                <a:lnTo>
                  <a:pt x="6296025" y="4876800"/>
                </a:lnTo>
                <a:lnTo>
                  <a:pt x="0" y="4876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848069" y="4782598"/>
            <a:ext cx="6819900" cy="4876800"/>
          </a:xfrm>
          <a:custGeom>
            <a:avLst/>
            <a:gdLst/>
            <a:ahLst/>
            <a:cxnLst/>
            <a:rect l="l" t="t" r="r" b="b"/>
            <a:pathLst>
              <a:path w="6819900" h="4876800">
                <a:moveTo>
                  <a:pt x="0" y="0"/>
                </a:moveTo>
                <a:lnTo>
                  <a:pt x="6819900" y="0"/>
                </a:lnTo>
                <a:lnTo>
                  <a:pt x="6819900" y="4876800"/>
                </a:lnTo>
                <a:lnTo>
                  <a:pt x="0" y="4876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716597" y="1114111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129" t="-49205" r="-36430" b="-63615"/>
            </a:stretch>
          </a:blipFill>
        </p:spPr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59507" y="1162050"/>
            <a:ext cx="1106119" cy="276530"/>
            <a:chOff x="0" y="0"/>
            <a:chExt cx="1106119" cy="2765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716597" y="2414721"/>
            <a:ext cx="10061648" cy="72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6399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MULTIVARIATE INSIGHTS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87729" y="2629891"/>
            <a:ext cx="9265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 i="1">
                <a:solidFill>
                  <a:srgbClr val="10141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34671" y="2887066"/>
            <a:ext cx="65131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i="1">
                <a:solidFill>
                  <a:srgbClr val="10141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IncomeandCCAvghaveapositive trend.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34671" y="3306166"/>
            <a:ext cx="8762000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i="1">
                <a:solidFill>
                  <a:srgbClr val="10141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Loanacceptanceheavilyclusters in high-income,high- spendingcustomers. Correlation heatmap confirms key influencing variables.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445" y="437445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14200" y="1114111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129" t="-49205" r="-36430" b="-63615"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982553" y="5056756"/>
            <a:ext cx="1097623" cy="1027033"/>
            <a:chOff x="0" y="0"/>
            <a:chExt cx="1097623" cy="1027036"/>
          </a:xfrm>
        </p:grpSpPr>
        <p:sp>
          <p:nvSpPr>
            <p:cNvPr id="5" name="Freeform 5"/>
            <p:cNvSpPr/>
            <p:nvPr/>
          </p:nvSpPr>
          <p:spPr>
            <a:xfrm>
              <a:off x="64643" y="63500"/>
              <a:ext cx="968248" cy="895477"/>
            </a:xfrm>
            <a:custGeom>
              <a:avLst/>
              <a:gdLst/>
              <a:ahLst/>
              <a:cxnLst/>
              <a:rect l="l" t="t" r="r" b="b"/>
              <a:pathLst>
                <a:path w="968248" h="895477">
                  <a:moveTo>
                    <a:pt x="491490" y="117856"/>
                  </a:moveTo>
                  <a:cubicBezTo>
                    <a:pt x="481584" y="117856"/>
                    <a:pt x="473583" y="125857"/>
                    <a:pt x="473583" y="135636"/>
                  </a:cubicBezTo>
                  <a:cubicBezTo>
                    <a:pt x="473583" y="138176"/>
                    <a:pt x="473710" y="143129"/>
                    <a:pt x="473964" y="148082"/>
                  </a:cubicBezTo>
                  <a:cubicBezTo>
                    <a:pt x="473964" y="149352"/>
                    <a:pt x="473964" y="150622"/>
                    <a:pt x="474091" y="151892"/>
                  </a:cubicBezTo>
                  <a:cubicBezTo>
                    <a:pt x="460121" y="156337"/>
                    <a:pt x="448183" y="165989"/>
                    <a:pt x="442214" y="178435"/>
                  </a:cubicBezTo>
                  <a:cubicBezTo>
                    <a:pt x="434467" y="194818"/>
                    <a:pt x="437769" y="214630"/>
                    <a:pt x="450596" y="228727"/>
                  </a:cubicBezTo>
                  <a:cubicBezTo>
                    <a:pt x="459867" y="238887"/>
                    <a:pt x="472440" y="244983"/>
                    <a:pt x="483616" y="250190"/>
                  </a:cubicBezTo>
                  <a:cubicBezTo>
                    <a:pt x="492760" y="254635"/>
                    <a:pt x="502285" y="259080"/>
                    <a:pt x="506222" y="264414"/>
                  </a:cubicBezTo>
                  <a:cubicBezTo>
                    <a:pt x="509016" y="268224"/>
                    <a:pt x="508508" y="273431"/>
                    <a:pt x="505079" y="277495"/>
                  </a:cubicBezTo>
                  <a:cubicBezTo>
                    <a:pt x="500761" y="282575"/>
                    <a:pt x="492125" y="285877"/>
                    <a:pt x="483997" y="285877"/>
                  </a:cubicBezTo>
                  <a:cubicBezTo>
                    <a:pt x="482854" y="285877"/>
                    <a:pt x="481711" y="285750"/>
                    <a:pt x="480568" y="285623"/>
                  </a:cubicBezTo>
                  <a:cubicBezTo>
                    <a:pt x="471805" y="284480"/>
                    <a:pt x="465201" y="279273"/>
                    <a:pt x="463931" y="274828"/>
                  </a:cubicBezTo>
                  <a:cubicBezTo>
                    <a:pt x="461518" y="267208"/>
                    <a:pt x="454533" y="262255"/>
                    <a:pt x="446913" y="262255"/>
                  </a:cubicBezTo>
                  <a:cubicBezTo>
                    <a:pt x="445135" y="262255"/>
                    <a:pt x="443357" y="262509"/>
                    <a:pt x="441579" y="263017"/>
                  </a:cubicBezTo>
                  <a:cubicBezTo>
                    <a:pt x="432181" y="265938"/>
                    <a:pt x="426847" y="275971"/>
                    <a:pt x="429768" y="285242"/>
                  </a:cubicBezTo>
                  <a:cubicBezTo>
                    <a:pt x="434340" y="300736"/>
                    <a:pt x="448310" y="313182"/>
                    <a:pt x="465582" y="318389"/>
                  </a:cubicBezTo>
                  <a:cubicBezTo>
                    <a:pt x="465582" y="319151"/>
                    <a:pt x="465582" y="319913"/>
                    <a:pt x="465582" y="320675"/>
                  </a:cubicBezTo>
                  <a:cubicBezTo>
                    <a:pt x="465455" y="326136"/>
                    <a:pt x="465455" y="331724"/>
                    <a:pt x="465582" y="334010"/>
                  </a:cubicBezTo>
                  <a:cubicBezTo>
                    <a:pt x="465963" y="343662"/>
                    <a:pt x="473837" y="351155"/>
                    <a:pt x="483489" y="351155"/>
                  </a:cubicBezTo>
                  <a:lnTo>
                    <a:pt x="484251" y="351155"/>
                  </a:lnTo>
                  <a:cubicBezTo>
                    <a:pt x="494157" y="350774"/>
                    <a:pt x="501777" y="342519"/>
                    <a:pt x="501396" y="332613"/>
                  </a:cubicBezTo>
                  <a:cubicBezTo>
                    <a:pt x="501396" y="330708"/>
                    <a:pt x="501396" y="326009"/>
                    <a:pt x="501523" y="321310"/>
                  </a:cubicBezTo>
                  <a:cubicBezTo>
                    <a:pt x="501523" y="320548"/>
                    <a:pt x="501523" y="319659"/>
                    <a:pt x="501523" y="318897"/>
                  </a:cubicBezTo>
                  <a:cubicBezTo>
                    <a:pt x="513715" y="315595"/>
                    <a:pt x="524891" y="309245"/>
                    <a:pt x="532384" y="300482"/>
                  </a:cubicBezTo>
                  <a:cubicBezTo>
                    <a:pt x="546608" y="283972"/>
                    <a:pt x="547878" y="260477"/>
                    <a:pt x="535432" y="243332"/>
                  </a:cubicBezTo>
                  <a:cubicBezTo>
                    <a:pt x="526161" y="230632"/>
                    <a:pt x="511937" y="223774"/>
                    <a:pt x="499364" y="217805"/>
                  </a:cubicBezTo>
                  <a:cubicBezTo>
                    <a:pt x="490474" y="213487"/>
                    <a:pt x="481965" y="209550"/>
                    <a:pt x="477520" y="204470"/>
                  </a:cubicBezTo>
                  <a:cubicBezTo>
                    <a:pt x="474980" y="201803"/>
                    <a:pt x="473075" y="197358"/>
                    <a:pt x="474980" y="193294"/>
                  </a:cubicBezTo>
                  <a:cubicBezTo>
                    <a:pt x="476885" y="189230"/>
                    <a:pt x="483235" y="184912"/>
                    <a:pt x="490474" y="184531"/>
                  </a:cubicBezTo>
                  <a:cubicBezTo>
                    <a:pt x="490728" y="184531"/>
                    <a:pt x="490982" y="184531"/>
                    <a:pt x="491236" y="184531"/>
                  </a:cubicBezTo>
                  <a:cubicBezTo>
                    <a:pt x="497078" y="184531"/>
                    <a:pt x="501523" y="187452"/>
                    <a:pt x="502158" y="188849"/>
                  </a:cubicBezTo>
                  <a:cubicBezTo>
                    <a:pt x="504444" y="196723"/>
                    <a:pt x="511556" y="201803"/>
                    <a:pt x="519303" y="201803"/>
                  </a:cubicBezTo>
                  <a:cubicBezTo>
                    <a:pt x="520954" y="201803"/>
                    <a:pt x="522478" y="201549"/>
                    <a:pt x="524129" y="201168"/>
                  </a:cubicBezTo>
                  <a:cubicBezTo>
                    <a:pt x="533654" y="198501"/>
                    <a:pt x="539242" y="188595"/>
                    <a:pt x="536575" y="179197"/>
                  </a:cubicBezTo>
                  <a:cubicBezTo>
                    <a:pt x="533273" y="167132"/>
                    <a:pt x="523113" y="157480"/>
                    <a:pt x="510413" y="152527"/>
                  </a:cubicBezTo>
                  <a:cubicBezTo>
                    <a:pt x="510413" y="150622"/>
                    <a:pt x="510286" y="148590"/>
                    <a:pt x="510286" y="146558"/>
                  </a:cubicBezTo>
                  <a:cubicBezTo>
                    <a:pt x="510159" y="142113"/>
                    <a:pt x="510032" y="137668"/>
                    <a:pt x="510032" y="135255"/>
                  </a:cubicBezTo>
                  <a:cubicBezTo>
                    <a:pt x="510032" y="125349"/>
                    <a:pt x="502031" y="117475"/>
                    <a:pt x="492125" y="117475"/>
                  </a:cubicBezTo>
                  <a:close/>
                  <a:moveTo>
                    <a:pt x="494284" y="94996"/>
                  </a:moveTo>
                  <a:cubicBezTo>
                    <a:pt x="536194" y="94996"/>
                    <a:pt x="570738" y="107315"/>
                    <a:pt x="594233" y="130683"/>
                  </a:cubicBezTo>
                  <a:cubicBezTo>
                    <a:pt x="617982" y="154432"/>
                    <a:pt x="630047" y="189230"/>
                    <a:pt x="629031" y="231140"/>
                  </a:cubicBezTo>
                  <a:cubicBezTo>
                    <a:pt x="626999" y="313817"/>
                    <a:pt x="570611" y="368681"/>
                    <a:pt x="482219" y="374269"/>
                  </a:cubicBezTo>
                  <a:cubicBezTo>
                    <a:pt x="480695" y="374269"/>
                    <a:pt x="479171" y="374269"/>
                    <a:pt x="477647" y="374269"/>
                  </a:cubicBezTo>
                  <a:cubicBezTo>
                    <a:pt x="407670" y="374269"/>
                    <a:pt x="359918" y="340360"/>
                    <a:pt x="349250" y="282702"/>
                  </a:cubicBezTo>
                  <a:lnTo>
                    <a:pt x="348107" y="276733"/>
                  </a:lnTo>
                  <a:cubicBezTo>
                    <a:pt x="345186" y="261874"/>
                    <a:pt x="341630" y="243332"/>
                    <a:pt x="343281" y="223520"/>
                  </a:cubicBezTo>
                  <a:cubicBezTo>
                    <a:pt x="349377" y="149606"/>
                    <a:pt x="409575" y="96774"/>
                    <a:pt x="489712" y="94996"/>
                  </a:cubicBezTo>
                  <a:cubicBezTo>
                    <a:pt x="491236" y="94996"/>
                    <a:pt x="492760" y="94996"/>
                    <a:pt x="494284" y="94996"/>
                  </a:cubicBezTo>
                  <a:close/>
                  <a:moveTo>
                    <a:pt x="494157" y="83058"/>
                  </a:moveTo>
                  <a:cubicBezTo>
                    <a:pt x="492633" y="83058"/>
                    <a:pt x="490982" y="83058"/>
                    <a:pt x="489331" y="83058"/>
                  </a:cubicBezTo>
                  <a:cubicBezTo>
                    <a:pt x="402844" y="84963"/>
                    <a:pt x="337820" y="142367"/>
                    <a:pt x="331216" y="222504"/>
                  </a:cubicBezTo>
                  <a:cubicBezTo>
                    <a:pt x="329438" y="243967"/>
                    <a:pt x="333121" y="263398"/>
                    <a:pt x="336169" y="278892"/>
                  </a:cubicBezTo>
                  <a:lnTo>
                    <a:pt x="337312" y="284734"/>
                  </a:lnTo>
                  <a:cubicBezTo>
                    <a:pt x="349123" y="348488"/>
                    <a:pt x="401193" y="386080"/>
                    <a:pt x="477393" y="386080"/>
                  </a:cubicBezTo>
                  <a:cubicBezTo>
                    <a:pt x="479171" y="386080"/>
                    <a:pt x="480822" y="386080"/>
                    <a:pt x="482600" y="386080"/>
                  </a:cubicBezTo>
                  <a:cubicBezTo>
                    <a:pt x="576453" y="380111"/>
                    <a:pt x="638683" y="319405"/>
                    <a:pt x="640842" y="231394"/>
                  </a:cubicBezTo>
                  <a:cubicBezTo>
                    <a:pt x="641985" y="186055"/>
                    <a:pt x="628777" y="148336"/>
                    <a:pt x="602615" y="122174"/>
                  </a:cubicBezTo>
                  <a:cubicBezTo>
                    <a:pt x="576834" y="96393"/>
                    <a:pt x="539369" y="82931"/>
                    <a:pt x="494157" y="82931"/>
                  </a:cubicBezTo>
                  <a:close/>
                  <a:moveTo>
                    <a:pt x="484124" y="35687"/>
                  </a:moveTo>
                  <a:cubicBezTo>
                    <a:pt x="603885" y="35687"/>
                    <a:pt x="688721" y="119761"/>
                    <a:pt x="693928" y="241554"/>
                  </a:cubicBezTo>
                  <a:cubicBezTo>
                    <a:pt x="680593" y="361696"/>
                    <a:pt x="578612" y="424307"/>
                    <a:pt x="477774" y="424307"/>
                  </a:cubicBezTo>
                  <a:cubicBezTo>
                    <a:pt x="423672" y="424307"/>
                    <a:pt x="373761" y="406781"/>
                    <a:pt x="337185" y="374904"/>
                  </a:cubicBezTo>
                  <a:cubicBezTo>
                    <a:pt x="298450" y="341122"/>
                    <a:pt x="276987" y="293116"/>
                    <a:pt x="274574" y="235585"/>
                  </a:cubicBezTo>
                  <a:cubicBezTo>
                    <a:pt x="282321" y="116967"/>
                    <a:pt x="366268" y="35560"/>
                    <a:pt x="484124" y="35560"/>
                  </a:cubicBezTo>
                  <a:close/>
                  <a:moveTo>
                    <a:pt x="670179" y="361442"/>
                  </a:moveTo>
                  <a:cubicBezTo>
                    <a:pt x="636270" y="429260"/>
                    <a:pt x="568960" y="471424"/>
                    <a:pt x="484124" y="471424"/>
                  </a:cubicBezTo>
                  <a:cubicBezTo>
                    <a:pt x="412877" y="471424"/>
                    <a:pt x="338455" y="443230"/>
                    <a:pt x="300101" y="371221"/>
                  </a:cubicBezTo>
                  <a:cubicBezTo>
                    <a:pt x="306578" y="378968"/>
                    <a:pt x="313690" y="386207"/>
                    <a:pt x="321437" y="392938"/>
                  </a:cubicBezTo>
                  <a:cubicBezTo>
                    <a:pt x="362331" y="428498"/>
                    <a:pt x="417830" y="448183"/>
                    <a:pt x="477774" y="448183"/>
                  </a:cubicBezTo>
                  <a:cubicBezTo>
                    <a:pt x="550418" y="448183"/>
                    <a:pt x="623697" y="418719"/>
                    <a:pt x="670179" y="361442"/>
                  </a:cubicBezTo>
                  <a:close/>
                  <a:moveTo>
                    <a:pt x="484124" y="0"/>
                  </a:moveTo>
                  <a:cubicBezTo>
                    <a:pt x="339344" y="0"/>
                    <a:pt x="238252" y="104267"/>
                    <a:pt x="238252" y="253619"/>
                  </a:cubicBezTo>
                  <a:cubicBezTo>
                    <a:pt x="238252" y="407670"/>
                    <a:pt x="334772" y="507238"/>
                    <a:pt x="484124" y="507238"/>
                  </a:cubicBezTo>
                  <a:cubicBezTo>
                    <a:pt x="551561" y="507238"/>
                    <a:pt x="613283" y="482981"/>
                    <a:pt x="657987" y="439039"/>
                  </a:cubicBezTo>
                  <a:cubicBezTo>
                    <a:pt x="705104" y="392557"/>
                    <a:pt x="730123" y="328549"/>
                    <a:pt x="730123" y="253619"/>
                  </a:cubicBezTo>
                  <a:cubicBezTo>
                    <a:pt x="729996" y="106680"/>
                    <a:pt x="626618" y="0"/>
                    <a:pt x="484124" y="0"/>
                  </a:cubicBezTo>
                  <a:close/>
                  <a:moveTo>
                    <a:pt x="641096" y="734822"/>
                  </a:moveTo>
                  <a:cubicBezTo>
                    <a:pt x="634492" y="734822"/>
                    <a:pt x="629158" y="740156"/>
                    <a:pt x="629158" y="746633"/>
                  </a:cubicBezTo>
                  <a:cubicBezTo>
                    <a:pt x="629158" y="753110"/>
                    <a:pt x="634492" y="758444"/>
                    <a:pt x="641096" y="758444"/>
                  </a:cubicBezTo>
                  <a:lnTo>
                    <a:pt x="644652" y="758444"/>
                  </a:lnTo>
                  <a:cubicBezTo>
                    <a:pt x="651256" y="758444"/>
                    <a:pt x="656590" y="753110"/>
                    <a:pt x="656590" y="746633"/>
                  </a:cubicBezTo>
                  <a:cubicBezTo>
                    <a:pt x="656590" y="740156"/>
                    <a:pt x="651256" y="734822"/>
                    <a:pt x="644652" y="734822"/>
                  </a:cubicBezTo>
                  <a:close/>
                  <a:moveTo>
                    <a:pt x="633730" y="775970"/>
                  </a:moveTo>
                  <a:cubicBezTo>
                    <a:pt x="627126" y="775970"/>
                    <a:pt x="621792" y="781304"/>
                    <a:pt x="621792" y="787781"/>
                  </a:cubicBezTo>
                  <a:cubicBezTo>
                    <a:pt x="621792" y="794258"/>
                    <a:pt x="627126" y="799592"/>
                    <a:pt x="633730" y="799592"/>
                  </a:cubicBezTo>
                  <a:lnTo>
                    <a:pt x="638937" y="799592"/>
                  </a:lnTo>
                  <a:cubicBezTo>
                    <a:pt x="645541" y="799592"/>
                    <a:pt x="650875" y="794258"/>
                    <a:pt x="650875" y="787781"/>
                  </a:cubicBezTo>
                  <a:cubicBezTo>
                    <a:pt x="650875" y="781304"/>
                    <a:pt x="645541" y="775970"/>
                    <a:pt x="638937" y="775970"/>
                  </a:cubicBezTo>
                  <a:close/>
                  <a:moveTo>
                    <a:pt x="633730" y="816737"/>
                  </a:moveTo>
                  <a:cubicBezTo>
                    <a:pt x="627126" y="816737"/>
                    <a:pt x="621792" y="822071"/>
                    <a:pt x="621792" y="828548"/>
                  </a:cubicBezTo>
                  <a:cubicBezTo>
                    <a:pt x="621792" y="835025"/>
                    <a:pt x="627126" y="840359"/>
                    <a:pt x="633730" y="840359"/>
                  </a:cubicBezTo>
                  <a:lnTo>
                    <a:pt x="641223" y="840359"/>
                  </a:lnTo>
                  <a:cubicBezTo>
                    <a:pt x="647827" y="840359"/>
                    <a:pt x="653161" y="835025"/>
                    <a:pt x="653161" y="828548"/>
                  </a:cubicBezTo>
                  <a:cubicBezTo>
                    <a:pt x="653161" y="822071"/>
                    <a:pt x="647827" y="816737"/>
                    <a:pt x="641223" y="816737"/>
                  </a:cubicBezTo>
                  <a:close/>
                  <a:moveTo>
                    <a:pt x="57277" y="294386"/>
                  </a:moveTo>
                  <a:cubicBezTo>
                    <a:pt x="65151" y="294386"/>
                    <a:pt x="69977" y="302514"/>
                    <a:pt x="72517" y="307975"/>
                  </a:cubicBezTo>
                  <a:cubicBezTo>
                    <a:pt x="88773" y="344297"/>
                    <a:pt x="101219" y="372872"/>
                    <a:pt x="113284" y="400558"/>
                  </a:cubicBezTo>
                  <a:cubicBezTo>
                    <a:pt x="122555" y="421767"/>
                    <a:pt x="131445" y="442087"/>
                    <a:pt x="141351" y="464439"/>
                  </a:cubicBezTo>
                  <a:cubicBezTo>
                    <a:pt x="139446" y="465963"/>
                    <a:pt x="137541" y="467741"/>
                    <a:pt x="135763" y="469646"/>
                  </a:cubicBezTo>
                  <a:cubicBezTo>
                    <a:pt x="110871" y="496443"/>
                    <a:pt x="117221" y="526923"/>
                    <a:pt x="134620" y="545211"/>
                  </a:cubicBezTo>
                  <a:cubicBezTo>
                    <a:pt x="156972" y="568706"/>
                    <a:pt x="186563" y="592709"/>
                    <a:pt x="212725" y="613791"/>
                  </a:cubicBezTo>
                  <a:cubicBezTo>
                    <a:pt x="240030" y="635889"/>
                    <a:pt x="265811" y="656844"/>
                    <a:pt x="276733" y="671576"/>
                  </a:cubicBezTo>
                  <a:cubicBezTo>
                    <a:pt x="280289" y="676275"/>
                    <a:pt x="285623" y="678815"/>
                    <a:pt x="291211" y="678815"/>
                  </a:cubicBezTo>
                  <a:cubicBezTo>
                    <a:pt x="294894" y="678815"/>
                    <a:pt x="298577" y="677672"/>
                    <a:pt x="301752" y="675386"/>
                  </a:cubicBezTo>
                  <a:cubicBezTo>
                    <a:pt x="309753" y="669544"/>
                    <a:pt x="311404" y="658368"/>
                    <a:pt x="305562" y="650494"/>
                  </a:cubicBezTo>
                  <a:cubicBezTo>
                    <a:pt x="291973" y="632079"/>
                    <a:pt x="265684" y="610870"/>
                    <a:pt x="235331" y="586105"/>
                  </a:cubicBezTo>
                  <a:cubicBezTo>
                    <a:pt x="208788" y="564642"/>
                    <a:pt x="181483" y="542417"/>
                    <a:pt x="160655" y="520573"/>
                  </a:cubicBezTo>
                  <a:cubicBezTo>
                    <a:pt x="155194" y="514858"/>
                    <a:pt x="151130" y="505714"/>
                    <a:pt x="162179" y="493903"/>
                  </a:cubicBezTo>
                  <a:cubicBezTo>
                    <a:pt x="165354" y="490474"/>
                    <a:pt x="169418" y="489077"/>
                    <a:pt x="173482" y="489077"/>
                  </a:cubicBezTo>
                  <a:cubicBezTo>
                    <a:pt x="185801" y="489077"/>
                    <a:pt x="199771" y="500634"/>
                    <a:pt x="201930" y="502412"/>
                  </a:cubicBezTo>
                  <a:lnTo>
                    <a:pt x="206883" y="506603"/>
                  </a:lnTo>
                  <a:cubicBezTo>
                    <a:pt x="214503" y="513207"/>
                    <a:pt x="222504" y="519938"/>
                    <a:pt x="230886" y="526288"/>
                  </a:cubicBezTo>
                  <a:cubicBezTo>
                    <a:pt x="258572" y="547243"/>
                    <a:pt x="294640" y="556387"/>
                    <a:pt x="319405" y="561467"/>
                  </a:cubicBezTo>
                  <a:cubicBezTo>
                    <a:pt x="404368" y="578866"/>
                    <a:pt x="421513" y="623316"/>
                    <a:pt x="427228" y="664337"/>
                  </a:cubicBezTo>
                  <a:cubicBezTo>
                    <a:pt x="431673" y="696722"/>
                    <a:pt x="432816" y="799846"/>
                    <a:pt x="431800" y="851154"/>
                  </a:cubicBezTo>
                  <a:cubicBezTo>
                    <a:pt x="410972" y="859282"/>
                    <a:pt x="383921" y="864108"/>
                    <a:pt x="356870" y="864108"/>
                  </a:cubicBezTo>
                  <a:cubicBezTo>
                    <a:pt x="335534" y="864108"/>
                    <a:pt x="314325" y="861060"/>
                    <a:pt x="296164" y="854329"/>
                  </a:cubicBezTo>
                  <a:cubicBezTo>
                    <a:pt x="300228" y="823341"/>
                    <a:pt x="305816" y="764921"/>
                    <a:pt x="293370" y="742315"/>
                  </a:cubicBezTo>
                  <a:cubicBezTo>
                    <a:pt x="278384" y="715137"/>
                    <a:pt x="251079" y="696087"/>
                    <a:pt x="221996" y="675894"/>
                  </a:cubicBezTo>
                  <a:cubicBezTo>
                    <a:pt x="184658" y="649986"/>
                    <a:pt x="142367" y="620522"/>
                    <a:pt x="112522" y="566293"/>
                  </a:cubicBezTo>
                  <a:cubicBezTo>
                    <a:pt x="105664" y="553974"/>
                    <a:pt x="100076" y="540258"/>
                    <a:pt x="95250" y="524383"/>
                  </a:cubicBezTo>
                  <a:cubicBezTo>
                    <a:pt x="88138" y="501015"/>
                    <a:pt x="79629" y="463804"/>
                    <a:pt x="71247" y="427736"/>
                  </a:cubicBezTo>
                  <a:cubicBezTo>
                    <a:pt x="62865" y="391160"/>
                    <a:pt x="54102" y="353314"/>
                    <a:pt x="46609" y="328803"/>
                  </a:cubicBezTo>
                  <a:cubicBezTo>
                    <a:pt x="38100" y="300736"/>
                    <a:pt x="45847" y="297688"/>
                    <a:pt x="52832" y="295021"/>
                  </a:cubicBezTo>
                  <a:cubicBezTo>
                    <a:pt x="54483" y="294386"/>
                    <a:pt x="56134" y="294132"/>
                    <a:pt x="57531" y="294132"/>
                  </a:cubicBezTo>
                  <a:close/>
                  <a:moveTo>
                    <a:pt x="910844" y="294386"/>
                  </a:moveTo>
                  <a:cubicBezTo>
                    <a:pt x="912368" y="294386"/>
                    <a:pt x="913892" y="294640"/>
                    <a:pt x="915543" y="295275"/>
                  </a:cubicBezTo>
                  <a:cubicBezTo>
                    <a:pt x="922528" y="297942"/>
                    <a:pt x="930402" y="300990"/>
                    <a:pt x="921893" y="329057"/>
                  </a:cubicBezTo>
                  <a:cubicBezTo>
                    <a:pt x="914400" y="353568"/>
                    <a:pt x="905764" y="391414"/>
                    <a:pt x="897255" y="427990"/>
                  </a:cubicBezTo>
                  <a:cubicBezTo>
                    <a:pt x="889000" y="463931"/>
                    <a:pt x="880364" y="501142"/>
                    <a:pt x="873252" y="524637"/>
                  </a:cubicBezTo>
                  <a:cubicBezTo>
                    <a:pt x="868426" y="540512"/>
                    <a:pt x="862838" y="554228"/>
                    <a:pt x="855980" y="566547"/>
                  </a:cubicBezTo>
                  <a:cubicBezTo>
                    <a:pt x="826135" y="620776"/>
                    <a:pt x="783844" y="650113"/>
                    <a:pt x="746506" y="676148"/>
                  </a:cubicBezTo>
                  <a:cubicBezTo>
                    <a:pt x="717550" y="696341"/>
                    <a:pt x="690118" y="715264"/>
                    <a:pt x="675132" y="742569"/>
                  </a:cubicBezTo>
                  <a:cubicBezTo>
                    <a:pt x="662686" y="765048"/>
                    <a:pt x="668274" y="823468"/>
                    <a:pt x="672338" y="854583"/>
                  </a:cubicBezTo>
                  <a:cubicBezTo>
                    <a:pt x="654177" y="861314"/>
                    <a:pt x="632968" y="864362"/>
                    <a:pt x="611632" y="864362"/>
                  </a:cubicBezTo>
                  <a:cubicBezTo>
                    <a:pt x="584581" y="864362"/>
                    <a:pt x="557530" y="859536"/>
                    <a:pt x="536702" y="851408"/>
                  </a:cubicBezTo>
                  <a:cubicBezTo>
                    <a:pt x="535686" y="800227"/>
                    <a:pt x="536829" y="696976"/>
                    <a:pt x="541274" y="664591"/>
                  </a:cubicBezTo>
                  <a:cubicBezTo>
                    <a:pt x="546989" y="623570"/>
                    <a:pt x="564261" y="579247"/>
                    <a:pt x="649097" y="561721"/>
                  </a:cubicBezTo>
                  <a:cubicBezTo>
                    <a:pt x="673862" y="556641"/>
                    <a:pt x="709930" y="547497"/>
                    <a:pt x="737616" y="526542"/>
                  </a:cubicBezTo>
                  <a:cubicBezTo>
                    <a:pt x="745998" y="520192"/>
                    <a:pt x="753872" y="513461"/>
                    <a:pt x="761619" y="506857"/>
                  </a:cubicBezTo>
                  <a:lnTo>
                    <a:pt x="766572" y="502666"/>
                  </a:lnTo>
                  <a:cubicBezTo>
                    <a:pt x="768604" y="500888"/>
                    <a:pt x="782701" y="489331"/>
                    <a:pt x="794893" y="489331"/>
                  </a:cubicBezTo>
                  <a:cubicBezTo>
                    <a:pt x="799084" y="489331"/>
                    <a:pt x="803021" y="490601"/>
                    <a:pt x="806323" y="494157"/>
                  </a:cubicBezTo>
                  <a:cubicBezTo>
                    <a:pt x="817245" y="505968"/>
                    <a:pt x="813181" y="515239"/>
                    <a:pt x="807720" y="520827"/>
                  </a:cubicBezTo>
                  <a:cubicBezTo>
                    <a:pt x="787019" y="542671"/>
                    <a:pt x="759460" y="564896"/>
                    <a:pt x="733044" y="586359"/>
                  </a:cubicBezTo>
                  <a:cubicBezTo>
                    <a:pt x="702691" y="610997"/>
                    <a:pt x="676402" y="632333"/>
                    <a:pt x="662813" y="650748"/>
                  </a:cubicBezTo>
                  <a:cubicBezTo>
                    <a:pt x="656971" y="658622"/>
                    <a:pt x="658622" y="669798"/>
                    <a:pt x="666623" y="675640"/>
                  </a:cubicBezTo>
                  <a:cubicBezTo>
                    <a:pt x="669798" y="678053"/>
                    <a:pt x="673608" y="679069"/>
                    <a:pt x="677291" y="679069"/>
                  </a:cubicBezTo>
                  <a:cubicBezTo>
                    <a:pt x="682752" y="679069"/>
                    <a:pt x="688213" y="676529"/>
                    <a:pt x="691642" y="671830"/>
                  </a:cubicBezTo>
                  <a:cubicBezTo>
                    <a:pt x="702564" y="657098"/>
                    <a:pt x="728345" y="636143"/>
                    <a:pt x="755650" y="614045"/>
                  </a:cubicBezTo>
                  <a:cubicBezTo>
                    <a:pt x="781812" y="592963"/>
                    <a:pt x="811276" y="568833"/>
                    <a:pt x="833755" y="545465"/>
                  </a:cubicBezTo>
                  <a:cubicBezTo>
                    <a:pt x="851154" y="527177"/>
                    <a:pt x="857504" y="496824"/>
                    <a:pt x="832612" y="469900"/>
                  </a:cubicBezTo>
                  <a:cubicBezTo>
                    <a:pt x="830834" y="467995"/>
                    <a:pt x="828929" y="466217"/>
                    <a:pt x="827024" y="464693"/>
                  </a:cubicBezTo>
                  <a:cubicBezTo>
                    <a:pt x="836930" y="442341"/>
                    <a:pt x="845820" y="422021"/>
                    <a:pt x="855091" y="400812"/>
                  </a:cubicBezTo>
                  <a:cubicBezTo>
                    <a:pt x="867156" y="373126"/>
                    <a:pt x="879602" y="344551"/>
                    <a:pt x="895858" y="308229"/>
                  </a:cubicBezTo>
                  <a:cubicBezTo>
                    <a:pt x="898271" y="302768"/>
                    <a:pt x="903224" y="294640"/>
                    <a:pt x="911098" y="294640"/>
                  </a:cubicBezTo>
                  <a:close/>
                  <a:moveTo>
                    <a:pt x="57658" y="258572"/>
                  </a:moveTo>
                  <a:cubicBezTo>
                    <a:pt x="51816" y="258572"/>
                    <a:pt x="45720" y="259715"/>
                    <a:pt x="39624" y="262001"/>
                  </a:cubicBezTo>
                  <a:cubicBezTo>
                    <a:pt x="9271" y="273685"/>
                    <a:pt x="0" y="299720"/>
                    <a:pt x="12065" y="339344"/>
                  </a:cubicBezTo>
                  <a:cubicBezTo>
                    <a:pt x="19177" y="362712"/>
                    <a:pt x="27686" y="399923"/>
                    <a:pt x="36068" y="435864"/>
                  </a:cubicBezTo>
                  <a:cubicBezTo>
                    <a:pt x="44450" y="472440"/>
                    <a:pt x="53213" y="510286"/>
                    <a:pt x="60706" y="534797"/>
                  </a:cubicBezTo>
                  <a:cubicBezTo>
                    <a:pt x="66294" y="552958"/>
                    <a:pt x="72898" y="568960"/>
                    <a:pt x="80899" y="583565"/>
                  </a:cubicBezTo>
                  <a:cubicBezTo>
                    <a:pt x="114808" y="645160"/>
                    <a:pt x="162814" y="678434"/>
                    <a:pt x="201295" y="705231"/>
                  </a:cubicBezTo>
                  <a:cubicBezTo>
                    <a:pt x="227838" y="723646"/>
                    <a:pt x="250825" y="739648"/>
                    <a:pt x="261747" y="759460"/>
                  </a:cubicBezTo>
                  <a:cubicBezTo>
                    <a:pt x="267716" y="770255"/>
                    <a:pt x="264922" y="821436"/>
                    <a:pt x="258699" y="862457"/>
                  </a:cubicBezTo>
                  <a:cubicBezTo>
                    <a:pt x="257556" y="870077"/>
                    <a:pt x="261366" y="877570"/>
                    <a:pt x="268224" y="880999"/>
                  </a:cubicBezTo>
                  <a:cubicBezTo>
                    <a:pt x="280924" y="887476"/>
                    <a:pt x="295021" y="892048"/>
                    <a:pt x="309753" y="895096"/>
                  </a:cubicBezTo>
                  <a:lnTo>
                    <a:pt x="405892" y="895096"/>
                  </a:lnTo>
                  <a:cubicBezTo>
                    <a:pt x="425069" y="891413"/>
                    <a:pt x="442722" y="885825"/>
                    <a:pt x="457200" y="878713"/>
                  </a:cubicBezTo>
                  <a:cubicBezTo>
                    <a:pt x="463169" y="875792"/>
                    <a:pt x="466979" y="869823"/>
                    <a:pt x="467233" y="863219"/>
                  </a:cubicBezTo>
                  <a:cubicBezTo>
                    <a:pt x="468757" y="815467"/>
                    <a:pt x="467741" y="696595"/>
                    <a:pt x="462534" y="659257"/>
                  </a:cubicBezTo>
                  <a:cubicBezTo>
                    <a:pt x="452247" y="585597"/>
                    <a:pt x="409067" y="543306"/>
                    <a:pt x="326517" y="526415"/>
                  </a:cubicBezTo>
                  <a:cubicBezTo>
                    <a:pt x="305181" y="521970"/>
                    <a:pt x="274320" y="514223"/>
                    <a:pt x="252349" y="497713"/>
                  </a:cubicBezTo>
                  <a:cubicBezTo>
                    <a:pt x="244856" y="491998"/>
                    <a:pt x="237617" y="485902"/>
                    <a:pt x="230124" y="479425"/>
                  </a:cubicBezTo>
                  <a:lnTo>
                    <a:pt x="225171" y="475107"/>
                  </a:lnTo>
                  <a:cubicBezTo>
                    <a:pt x="210820" y="462915"/>
                    <a:pt x="193040" y="454279"/>
                    <a:pt x="175768" y="453263"/>
                  </a:cubicBezTo>
                  <a:cubicBezTo>
                    <a:pt x="165227" y="429514"/>
                    <a:pt x="155956" y="408178"/>
                    <a:pt x="146177" y="385953"/>
                  </a:cubicBezTo>
                  <a:cubicBezTo>
                    <a:pt x="134112" y="358267"/>
                    <a:pt x="121666" y="329565"/>
                    <a:pt x="105410" y="293116"/>
                  </a:cubicBezTo>
                  <a:cubicBezTo>
                    <a:pt x="95504" y="270764"/>
                    <a:pt x="77597" y="258191"/>
                    <a:pt x="57912" y="258191"/>
                  </a:cubicBezTo>
                  <a:close/>
                  <a:moveTo>
                    <a:pt x="910590" y="258699"/>
                  </a:moveTo>
                  <a:cubicBezTo>
                    <a:pt x="890905" y="258699"/>
                    <a:pt x="872998" y="271272"/>
                    <a:pt x="863092" y="293624"/>
                  </a:cubicBezTo>
                  <a:cubicBezTo>
                    <a:pt x="846836" y="330073"/>
                    <a:pt x="834390" y="358775"/>
                    <a:pt x="822325" y="386461"/>
                  </a:cubicBezTo>
                  <a:cubicBezTo>
                    <a:pt x="812673" y="408686"/>
                    <a:pt x="803402" y="430022"/>
                    <a:pt x="792734" y="453771"/>
                  </a:cubicBezTo>
                  <a:cubicBezTo>
                    <a:pt x="775462" y="454660"/>
                    <a:pt x="757682" y="463423"/>
                    <a:pt x="743331" y="475615"/>
                  </a:cubicBezTo>
                  <a:lnTo>
                    <a:pt x="738378" y="479933"/>
                  </a:lnTo>
                  <a:cubicBezTo>
                    <a:pt x="730758" y="486410"/>
                    <a:pt x="723646" y="492506"/>
                    <a:pt x="716153" y="498221"/>
                  </a:cubicBezTo>
                  <a:cubicBezTo>
                    <a:pt x="694182" y="514858"/>
                    <a:pt x="663321" y="522605"/>
                    <a:pt x="641985" y="526923"/>
                  </a:cubicBezTo>
                  <a:cubicBezTo>
                    <a:pt x="559308" y="543941"/>
                    <a:pt x="516128" y="586232"/>
                    <a:pt x="505968" y="659765"/>
                  </a:cubicBezTo>
                  <a:cubicBezTo>
                    <a:pt x="500761" y="697103"/>
                    <a:pt x="499872" y="815975"/>
                    <a:pt x="501269" y="863727"/>
                  </a:cubicBezTo>
                  <a:cubicBezTo>
                    <a:pt x="501523" y="870331"/>
                    <a:pt x="505333" y="876300"/>
                    <a:pt x="511302" y="879221"/>
                  </a:cubicBezTo>
                  <a:cubicBezTo>
                    <a:pt x="525653" y="886333"/>
                    <a:pt x="543179" y="891921"/>
                    <a:pt x="562229" y="895477"/>
                  </a:cubicBezTo>
                  <a:lnTo>
                    <a:pt x="658876" y="895477"/>
                  </a:lnTo>
                  <a:cubicBezTo>
                    <a:pt x="673481" y="892429"/>
                    <a:pt x="687451" y="887857"/>
                    <a:pt x="700151" y="881380"/>
                  </a:cubicBezTo>
                  <a:cubicBezTo>
                    <a:pt x="707009" y="877951"/>
                    <a:pt x="710946" y="870458"/>
                    <a:pt x="709676" y="862838"/>
                  </a:cubicBezTo>
                  <a:cubicBezTo>
                    <a:pt x="703326" y="821690"/>
                    <a:pt x="700659" y="770509"/>
                    <a:pt x="706628" y="759841"/>
                  </a:cubicBezTo>
                  <a:cubicBezTo>
                    <a:pt x="717550" y="740029"/>
                    <a:pt x="740537" y="724027"/>
                    <a:pt x="767080" y="705612"/>
                  </a:cubicBezTo>
                  <a:cubicBezTo>
                    <a:pt x="805688" y="678815"/>
                    <a:pt x="853567" y="645541"/>
                    <a:pt x="887476" y="583946"/>
                  </a:cubicBezTo>
                  <a:cubicBezTo>
                    <a:pt x="895477" y="569341"/>
                    <a:pt x="902081" y="553466"/>
                    <a:pt x="907669" y="535178"/>
                  </a:cubicBezTo>
                  <a:cubicBezTo>
                    <a:pt x="915162" y="510667"/>
                    <a:pt x="923925" y="472821"/>
                    <a:pt x="932307" y="436245"/>
                  </a:cubicBezTo>
                  <a:cubicBezTo>
                    <a:pt x="940562" y="400304"/>
                    <a:pt x="949071" y="363093"/>
                    <a:pt x="956310" y="339725"/>
                  </a:cubicBezTo>
                  <a:cubicBezTo>
                    <a:pt x="968248" y="300101"/>
                    <a:pt x="958977" y="274066"/>
                    <a:pt x="928624" y="262382"/>
                  </a:cubicBezTo>
                  <a:cubicBezTo>
                    <a:pt x="922528" y="260096"/>
                    <a:pt x="916559" y="258953"/>
                    <a:pt x="910717" y="2589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970661" cy="900049"/>
            </a:xfrm>
            <a:custGeom>
              <a:avLst/>
              <a:gdLst/>
              <a:ahLst/>
              <a:cxnLst/>
              <a:rect l="l" t="t" r="r" b="b"/>
              <a:pathLst>
                <a:path w="970661" h="900049">
                  <a:moveTo>
                    <a:pt x="0" y="900049"/>
                  </a:moveTo>
                  <a:lnTo>
                    <a:pt x="970661" y="900049"/>
                  </a:lnTo>
                  <a:lnTo>
                    <a:pt x="9706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955721" y="6930971"/>
            <a:ext cx="1151277" cy="997639"/>
            <a:chOff x="0" y="0"/>
            <a:chExt cx="1151280" cy="997636"/>
          </a:xfrm>
        </p:grpSpPr>
        <p:sp>
          <p:nvSpPr>
            <p:cNvPr id="8" name="Freeform 8"/>
            <p:cNvSpPr/>
            <p:nvPr/>
          </p:nvSpPr>
          <p:spPr>
            <a:xfrm>
              <a:off x="64897" y="64516"/>
              <a:ext cx="907034" cy="686181"/>
            </a:xfrm>
            <a:custGeom>
              <a:avLst/>
              <a:gdLst/>
              <a:ahLst/>
              <a:cxnLst/>
              <a:rect l="l" t="t" r="r" b="b"/>
              <a:pathLst>
                <a:path w="907034" h="686181">
                  <a:moveTo>
                    <a:pt x="103251" y="686181"/>
                  </a:moveTo>
                  <a:cubicBezTo>
                    <a:pt x="97917" y="686181"/>
                    <a:pt x="92837" y="683387"/>
                    <a:pt x="89916" y="678561"/>
                  </a:cubicBezTo>
                  <a:cubicBezTo>
                    <a:pt x="85852" y="671576"/>
                    <a:pt x="83058" y="664083"/>
                    <a:pt x="81661" y="656209"/>
                  </a:cubicBezTo>
                  <a:lnTo>
                    <a:pt x="3175" y="210947"/>
                  </a:lnTo>
                  <a:cubicBezTo>
                    <a:pt x="0" y="193294"/>
                    <a:pt x="3937" y="175514"/>
                    <a:pt x="14224" y="160782"/>
                  </a:cubicBezTo>
                  <a:cubicBezTo>
                    <a:pt x="24511" y="146050"/>
                    <a:pt x="40005" y="136271"/>
                    <a:pt x="57531" y="133096"/>
                  </a:cubicBezTo>
                  <a:lnTo>
                    <a:pt x="794766" y="3302"/>
                  </a:lnTo>
                  <a:cubicBezTo>
                    <a:pt x="812546" y="0"/>
                    <a:pt x="830326" y="4064"/>
                    <a:pt x="845058" y="14478"/>
                  </a:cubicBezTo>
                  <a:cubicBezTo>
                    <a:pt x="859790" y="24892"/>
                    <a:pt x="869442" y="40132"/>
                    <a:pt x="872490" y="57785"/>
                  </a:cubicBezTo>
                  <a:lnTo>
                    <a:pt x="905510" y="245364"/>
                  </a:lnTo>
                  <a:cubicBezTo>
                    <a:pt x="907034" y="253746"/>
                    <a:pt x="901319" y="261874"/>
                    <a:pt x="892937" y="263271"/>
                  </a:cubicBezTo>
                  <a:cubicBezTo>
                    <a:pt x="884555" y="264668"/>
                    <a:pt x="876427" y="259207"/>
                    <a:pt x="875030" y="250698"/>
                  </a:cubicBezTo>
                  <a:lnTo>
                    <a:pt x="842010" y="63119"/>
                  </a:lnTo>
                  <a:cubicBezTo>
                    <a:pt x="840359" y="53594"/>
                    <a:pt x="835152" y="45339"/>
                    <a:pt x="827278" y="39878"/>
                  </a:cubicBezTo>
                  <a:cubicBezTo>
                    <a:pt x="819277" y="34290"/>
                    <a:pt x="809625" y="32131"/>
                    <a:pt x="800100" y="33909"/>
                  </a:cubicBezTo>
                  <a:lnTo>
                    <a:pt x="62992" y="163576"/>
                  </a:lnTo>
                  <a:cubicBezTo>
                    <a:pt x="53467" y="165227"/>
                    <a:pt x="45212" y="170561"/>
                    <a:pt x="39624" y="178435"/>
                  </a:cubicBezTo>
                  <a:cubicBezTo>
                    <a:pt x="34036" y="186309"/>
                    <a:pt x="32004" y="195961"/>
                    <a:pt x="33655" y="205486"/>
                  </a:cubicBezTo>
                  <a:lnTo>
                    <a:pt x="112141" y="650748"/>
                  </a:lnTo>
                  <a:cubicBezTo>
                    <a:pt x="112903" y="655066"/>
                    <a:pt x="114427" y="659130"/>
                    <a:pt x="116586" y="662813"/>
                  </a:cubicBezTo>
                  <a:cubicBezTo>
                    <a:pt x="120904" y="670179"/>
                    <a:pt x="118491" y="679704"/>
                    <a:pt x="110998" y="684022"/>
                  </a:cubicBezTo>
                  <a:cubicBezTo>
                    <a:pt x="108585" y="685419"/>
                    <a:pt x="105918" y="686181"/>
                    <a:pt x="103124" y="6861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04597" y="350266"/>
              <a:ext cx="882904" cy="580136"/>
            </a:xfrm>
            <a:custGeom>
              <a:avLst/>
              <a:gdLst/>
              <a:ahLst/>
              <a:cxnLst/>
              <a:rect l="l" t="t" r="r" b="b"/>
              <a:pathLst>
                <a:path w="882904" h="580136">
                  <a:moveTo>
                    <a:pt x="815721" y="30988"/>
                  </a:moveTo>
                  <a:cubicBezTo>
                    <a:pt x="825373" y="30988"/>
                    <a:pt x="834517" y="34798"/>
                    <a:pt x="841375" y="41656"/>
                  </a:cubicBezTo>
                  <a:cubicBezTo>
                    <a:pt x="848233" y="48514"/>
                    <a:pt x="851916" y="57531"/>
                    <a:pt x="851916" y="67183"/>
                  </a:cubicBezTo>
                  <a:lnTo>
                    <a:pt x="851916" y="519303"/>
                  </a:lnTo>
                  <a:cubicBezTo>
                    <a:pt x="852043" y="528955"/>
                    <a:pt x="848233" y="538099"/>
                    <a:pt x="841375" y="544830"/>
                  </a:cubicBezTo>
                  <a:cubicBezTo>
                    <a:pt x="834517" y="551561"/>
                    <a:pt x="825500" y="555498"/>
                    <a:pt x="815848" y="555498"/>
                  </a:cubicBezTo>
                  <a:lnTo>
                    <a:pt x="67056" y="555498"/>
                  </a:lnTo>
                  <a:cubicBezTo>
                    <a:pt x="57404" y="555498"/>
                    <a:pt x="48260" y="551688"/>
                    <a:pt x="41402" y="544957"/>
                  </a:cubicBezTo>
                  <a:cubicBezTo>
                    <a:pt x="34544" y="538226"/>
                    <a:pt x="30861" y="528955"/>
                    <a:pt x="30861" y="519303"/>
                  </a:cubicBezTo>
                  <a:lnTo>
                    <a:pt x="30861" y="67183"/>
                  </a:lnTo>
                  <a:cubicBezTo>
                    <a:pt x="30861" y="57531"/>
                    <a:pt x="34544" y="48387"/>
                    <a:pt x="41402" y="41529"/>
                  </a:cubicBezTo>
                  <a:cubicBezTo>
                    <a:pt x="48260" y="34671"/>
                    <a:pt x="57277" y="30988"/>
                    <a:pt x="67056" y="30988"/>
                  </a:cubicBezTo>
                  <a:close/>
                  <a:moveTo>
                    <a:pt x="67056" y="127"/>
                  </a:moveTo>
                  <a:cubicBezTo>
                    <a:pt x="49149" y="127"/>
                    <a:pt x="32258" y="7112"/>
                    <a:pt x="19558" y="19812"/>
                  </a:cubicBezTo>
                  <a:cubicBezTo>
                    <a:pt x="6858" y="32512"/>
                    <a:pt x="0" y="49403"/>
                    <a:pt x="0" y="67310"/>
                  </a:cubicBezTo>
                  <a:lnTo>
                    <a:pt x="0" y="519430"/>
                  </a:lnTo>
                  <a:cubicBezTo>
                    <a:pt x="0" y="537337"/>
                    <a:pt x="6985" y="554228"/>
                    <a:pt x="19558" y="566801"/>
                  </a:cubicBezTo>
                  <a:cubicBezTo>
                    <a:pt x="25146" y="572389"/>
                    <a:pt x="31496" y="576834"/>
                    <a:pt x="38481" y="580136"/>
                  </a:cubicBezTo>
                  <a:lnTo>
                    <a:pt x="844296" y="580136"/>
                  </a:lnTo>
                  <a:cubicBezTo>
                    <a:pt x="851281" y="576834"/>
                    <a:pt x="857631" y="572389"/>
                    <a:pt x="863219" y="566801"/>
                  </a:cubicBezTo>
                  <a:cubicBezTo>
                    <a:pt x="875919" y="554101"/>
                    <a:pt x="882904" y="537337"/>
                    <a:pt x="882777" y="519430"/>
                  </a:cubicBezTo>
                  <a:lnTo>
                    <a:pt x="882777" y="67183"/>
                  </a:lnTo>
                  <a:cubicBezTo>
                    <a:pt x="882904" y="49276"/>
                    <a:pt x="875919" y="32512"/>
                    <a:pt x="863219" y="19812"/>
                  </a:cubicBezTo>
                  <a:cubicBezTo>
                    <a:pt x="850519" y="7112"/>
                    <a:pt x="833628" y="127"/>
                    <a:pt x="815721" y="127"/>
                  </a:cubicBezTo>
                  <a:lnTo>
                    <a:pt x="6705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734314" y="473710"/>
              <a:ext cx="256794" cy="163068"/>
            </a:xfrm>
            <a:custGeom>
              <a:avLst/>
              <a:gdLst/>
              <a:ahLst/>
              <a:cxnLst/>
              <a:rect l="l" t="t" r="r" b="b"/>
              <a:pathLst>
                <a:path w="256794" h="163068">
                  <a:moveTo>
                    <a:pt x="175260" y="0"/>
                  </a:moveTo>
                  <a:cubicBezTo>
                    <a:pt x="157607" y="0"/>
                    <a:pt x="141351" y="5842"/>
                    <a:pt x="128016" y="15367"/>
                  </a:cubicBezTo>
                  <a:cubicBezTo>
                    <a:pt x="114808" y="5969"/>
                    <a:pt x="98933" y="0"/>
                    <a:pt x="81534" y="0"/>
                  </a:cubicBezTo>
                  <a:cubicBezTo>
                    <a:pt x="36576" y="0"/>
                    <a:pt x="0" y="36576"/>
                    <a:pt x="0" y="81534"/>
                  </a:cubicBezTo>
                  <a:cubicBezTo>
                    <a:pt x="0" y="126492"/>
                    <a:pt x="36576" y="163068"/>
                    <a:pt x="81534" y="163068"/>
                  </a:cubicBezTo>
                  <a:cubicBezTo>
                    <a:pt x="98933" y="163068"/>
                    <a:pt x="114808" y="157099"/>
                    <a:pt x="128016" y="147701"/>
                  </a:cubicBezTo>
                  <a:cubicBezTo>
                    <a:pt x="141351" y="157226"/>
                    <a:pt x="157607" y="163068"/>
                    <a:pt x="175260" y="163068"/>
                  </a:cubicBezTo>
                  <a:cubicBezTo>
                    <a:pt x="220218" y="163068"/>
                    <a:pt x="256794" y="126492"/>
                    <a:pt x="256794" y="81534"/>
                  </a:cubicBezTo>
                  <a:cubicBezTo>
                    <a:pt x="256794" y="36576"/>
                    <a:pt x="220218" y="0"/>
                    <a:pt x="175260" y="0"/>
                  </a:cubicBezTo>
                  <a:close/>
                  <a:moveTo>
                    <a:pt x="15494" y="81534"/>
                  </a:moveTo>
                  <a:cubicBezTo>
                    <a:pt x="15494" y="45085"/>
                    <a:pt x="45085" y="15494"/>
                    <a:pt x="81534" y="15494"/>
                  </a:cubicBezTo>
                  <a:cubicBezTo>
                    <a:pt x="94234" y="15494"/>
                    <a:pt x="106045" y="19304"/>
                    <a:pt x="116205" y="25654"/>
                  </a:cubicBezTo>
                  <a:cubicBezTo>
                    <a:pt x="102362" y="40259"/>
                    <a:pt x="93726" y="59817"/>
                    <a:pt x="93726" y="81534"/>
                  </a:cubicBezTo>
                  <a:cubicBezTo>
                    <a:pt x="93726" y="103251"/>
                    <a:pt x="102362" y="122809"/>
                    <a:pt x="116205" y="137287"/>
                  </a:cubicBezTo>
                  <a:cubicBezTo>
                    <a:pt x="106172" y="143637"/>
                    <a:pt x="94361" y="147574"/>
                    <a:pt x="81534" y="147574"/>
                  </a:cubicBezTo>
                  <a:cubicBezTo>
                    <a:pt x="45085" y="147574"/>
                    <a:pt x="15494" y="117983"/>
                    <a:pt x="15494" y="81534"/>
                  </a:cubicBezTo>
                  <a:close/>
                  <a:moveTo>
                    <a:pt x="175260" y="147574"/>
                  </a:moveTo>
                  <a:cubicBezTo>
                    <a:pt x="138811" y="147574"/>
                    <a:pt x="109220" y="117983"/>
                    <a:pt x="109220" y="81534"/>
                  </a:cubicBezTo>
                  <a:cubicBezTo>
                    <a:pt x="109220" y="45085"/>
                    <a:pt x="138811" y="15494"/>
                    <a:pt x="175260" y="15494"/>
                  </a:cubicBezTo>
                  <a:cubicBezTo>
                    <a:pt x="211709" y="15494"/>
                    <a:pt x="241300" y="45085"/>
                    <a:pt x="241300" y="81534"/>
                  </a:cubicBezTo>
                  <a:cubicBezTo>
                    <a:pt x="241300" y="117983"/>
                    <a:pt x="211709" y="147574"/>
                    <a:pt x="175260" y="14757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300863" y="745109"/>
              <a:ext cx="340487" cy="30988"/>
            </a:xfrm>
            <a:custGeom>
              <a:avLst/>
              <a:gdLst/>
              <a:ahLst/>
              <a:cxnLst/>
              <a:rect l="l" t="t" r="r" b="b"/>
              <a:pathLst>
                <a:path w="340487" h="30988">
                  <a:moveTo>
                    <a:pt x="0" y="0"/>
                  </a:moveTo>
                  <a:lnTo>
                    <a:pt x="340487" y="0"/>
                  </a:lnTo>
                  <a:lnTo>
                    <a:pt x="340487" y="30988"/>
                  </a:lnTo>
                  <a:lnTo>
                    <a:pt x="0" y="309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708787" y="745109"/>
              <a:ext cx="282321" cy="30988"/>
            </a:xfrm>
            <a:custGeom>
              <a:avLst/>
              <a:gdLst/>
              <a:ahLst/>
              <a:cxnLst/>
              <a:rect l="l" t="t" r="r" b="b"/>
              <a:pathLst>
                <a:path w="282321" h="30988">
                  <a:moveTo>
                    <a:pt x="0" y="0"/>
                  </a:moveTo>
                  <a:lnTo>
                    <a:pt x="282321" y="0"/>
                  </a:lnTo>
                  <a:lnTo>
                    <a:pt x="282321" y="30988"/>
                  </a:lnTo>
                  <a:lnTo>
                    <a:pt x="0" y="309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300863" y="811911"/>
              <a:ext cx="174371" cy="30861"/>
            </a:xfrm>
            <a:custGeom>
              <a:avLst/>
              <a:gdLst/>
              <a:ahLst/>
              <a:cxnLst/>
              <a:rect l="l" t="t" r="r" b="b"/>
              <a:pathLst>
                <a:path w="174371" h="30861">
                  <a:moveTo>
                    <a:pt x="0" y="0"/>
                  </a:moveTo>
                  <a:lnTo>
                    <a:pt x="174371" y="0"/>
                  </a:lnTo>
                  <a:lnTo>
                    <a:pt x="174371" y="30861"/>
                  </a:lnTo>
                  <a:lnTo>
                    <a:pt x="0" y="308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542036" y="811911"/>
              <a:ext cx="449072" cy="30861"/>
            </a:xfrm>
            <a:custGeom>
              <a:avLst/>
              <a:gdLst/>
              <a:ahLst/>
              <a:cxnLst/>
              <a:rect l="l" t="t" r="r" b="b"/>
              <a:pathLst>
                <a:path w="449072" h="30861">
                  <a:moveTo>
                    <a:pt x="0" y="0"/>
                  </a:moveTo>
                  <a:lnTo>
                    <a:pt x="449072" y="0"/>
                  </a:lnTo>
                  <a:lnTo>
                    <a:pt x="449072" y="30861"/>
                  </a:lnTo>
                  <a:lnTo>
                    <a:pt x="0" y="308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300990" y="484124"/>
              <a:ext cx="209804" cy="141986"/>
            </a:xfrm>
            <a:custGeom>
              <a:avLst/>
              <a:gdLst/>
              <a:ahLst/>
              <a:cxnLst/>
              <a:rect l="l" t="t" r="r" b="b"/>
              <a:pathLst>
                <a:path w="209804" h="141986">
                  <a:moveTo>
                    <a:pt x="190246" y="0"/>
                  </a:moveTo>
                  <a:lnTo>
                    <a:pt x="19431" y="0"/>
                  </a:lnTo>
                  <a:cubicBezTo>
                    <a:pt x="8763" y="0"/>
                    <a:pt x="0" y="8763"/>
                    <a:pt x="0" y="19431"/>
                  </a:cubicBezTo>
                  <a:lnTo>
                    <a:pt x="0" y="122555"/>
                  </a:lnTo>
                  <a:cubicBezTo>
                    <a:pt x="0" y="133350"/>
                    <a:pt x="8763" y="141986"/>
                    <a:pt x="19558" y="141986"/>
                  </a:cubicBezTo>
                  <a:lnTo>
                    <a:pt x="190246" y="141986"/>
                  </a:lnTo>
                  <a:cubicBezTo>
                    <a:pt x="201041" y="141986"/>
                    <a:pt x="209804" y="133223"/>
                    <a:pt x="209804" y="122555"/>
                  </a:cubicBezTo>
                  <a:lnTo>
                    <a:pt x="209804" y="19431"/>
                  </a:lnTo>
                  <a:cubicBezTo>
                    <a:pt x="209804" y="8763"/>
                    <a:pt x="201041" y="0"/>
                    <a:pt x="190246" y="0"/>
                  </a:cubicBezTo>
                  <a:close/>
                  <a:moveTo>
                    <a:pt x="15367" y="55499"/>
                  </a:moveTo>
                  <a:lnTo>
                    <a:pt x="63246" y="55499"/>
                  </a:lnTo>
                  <a:lnTo>
                    <a:pt x="63246" y="86741"/>
                  </a:lnTo>
                  <a:lnTo>
                    <a:pt x="15367" y="86741"/>
                  </a:lnTo>
                  <a:lnTo>
                    <a:pt x="15367" y="55499"/>
                  </a:lnTo>
                  <a:close/>
                  <a:moveTo>
                    <a:pt x="78740" y="15494"/>
                  </a:moveTo>
                  <a:lnTo>
                    <a:pt x="131064" y="15494"/>
                  </a:lnTo>
                  <a:lnTo>
                    <a:pt x="131064" y="126746"/>
                  </a:lnTo>
                  <a:lnTo>
                    <a:pt x="78740" y="126746"/>
                  </a:lnTo>
                  <a:lnTo>
                    <a:pt x="78740" y="15367"/>
                  </a:lnTo>
                  <a:close/>
                  <a:moveTo>
                    <a:pt x="146431" y="55499"/>
                  </a:moveTo>
                  <a:lnTo>
                    <a:pt x="194310" y="55499"/>
                  </a:lnTo>
                  <a:lnTo>
                    <a:pt x="194310" y="86741"/>
                  </a:lnTo>
                  <a:lnTo>
                    <a:pt x="146431" y="86741"/>
                  </a:lnTo>
                  <a:lnTo>
                    <a:pt x="146431" y="55499"/>
                  </a:lnTo>
                  <a:close/>
                  <a:moveTo>
                    <a:pt x="194310" y="19431"/>
                  </a:moveTo>
                  <a:lnTo>
                    <a:pt x="194310" y="40005"/>
                  </a:lnTo>
                  <a:lnTo>
                    <a:pt x="146431" y="40005"/>
                  </a:lnTo>
                  <a:lnTo>
                    <a:pt x="146431" y="15494"/>
                  </a:lnTo>
                  <a:lnTo>
                    <a:pt x="190246" y="15494"/>
                  </a:lnTo>
                  <a:cubicBezTo>
                    <a:pt x="192532" y="15494"/>
                    <a:pt x="194310" y="17272"/>
                    <a:pt x="194310" y="19558"/>
                  </a:cubicBezTo>
                  <a:close/>
                  <a:moveTo>
                    <a:pt x="19431" y="15367"/>
                  </a:moveTo>
                  <a:lnTo>
                    <a:pt x="63246" y="15367"/>
                  </a:lnTo>
                  <a:lnTo>
                    <a:pt x="63246" y="40005"/>
                  </a:lnTo>
                  <a:lnTo>
                    <a:pt x="15367" y="40005"/>
                  </a:lnTo>
                  <a:lnTo>
                    <a:pt x="15367" y="19431"/>
                  </a:lnTo>
                  <a:cubicBezTo>
                    <a:pt x="15367" y="17272"/>
                    <a:pt x="17145" y="15367"/>
                    <a:pt x="19431" y="15367"/>
                  </a:cubicBezTo>
                  <a:close/>
                  <a:moveTo>
                    <a:pt x="15367" y="122555"/>
                  </a:moveTo>
                  <a:lnTo>
                    <a:pt x="15367" y="102108"/>
                  </a:lnTo>
                  <a:lnTo>
                    <a:pt x="63246" y="102108"/>
                  </a:lnTo>
                  <a:lnTo>
                    <a:pt x="63246" y="126746"/>
                  </a:lnTo>
                  <a:lnTo>
                    <a:pt x="19431" y="126746"/>
                  </a:lnTo>
                  <a:cubicBezTo>
                    <a:pt x="17145" y="126746"/>
                    <a:pt x="15367" y="124968"/>
                    <a:pt x="15367" y="122682"/>
                  </a:cubicBezTo>
                  <a:close/>
                  <a:moveTo>
                    <a:pt x="190246" y="126619"/>
                  </a:moveTo>
                  <a:lnTo>
                    <a:pt x="146431" y="126619"/>
                  </a:lnTo>
                  <a:lnTo>
                    <a:pt x="146431" y="102108"/>
                  </a:lnTo>
                  <a:lnTo>
                    <a:pt x="194310" y="102108"/>
                  </a:lnTo>
                  <a:lnTo>
                    <a:pt x="194310" y="122682"/>
                  </a:lnTo>
                  <a:cubicBezTo>
                    <a:pt x="194310" y="124968"/>
                    <a:pt x="192532" y="126746"/>
                    <a:pt x="190246" y="1267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33350" y="181991"/>
              <a:ext cx="758825" cy="147066"/>
            </a:xfrm>
            <a:custGeom>
              <a:avLst/>
              <a:gdLst/>
              <a:ahLst/>
              <a:cxnLst/>
              <a:rect l="l" t="t" r="r" b="b"/>
              <a:pathLst>
                <a:path w="758825" h="147066">
                  <a:moveTo>
                    <a:pt x="8382" y="147066"/>
                  </a:moveTo>
                  <a:cubicBezTo>
                    <a:pt x="4699" y="147066"/>
                    <a:pt x="1397" y="144399"/>
                    <a:pt x="762" y="140716"/>
                  </a:cubicBezTo>
                  <a:cubicBezTo>
                    <a:pt x="0" y="136525"/>
                    <a:pt x="2794" y="132461"/>
                    <a:pt x="6985" y="131699"/>
                  </a:cubicBezTo>
                  <a:lnTo>
                    <a:pt x="749046" y="889"/>
                  </a:lnTo>
                  <a:cubicBezTo>
                    <a:pt x="753110" y="0"/>
                    <a:pt x="757301" y="2921"/>
                    <a:pt x="758063" y="7112"/>
                  </a:cubicBezTo>
                  <a:cubicBezTo>
                    <a:pt x="758825" y="11303"/>
                    <a:pt x="755904" y="15367"/>
                    <a:pt x="751840" y="16129"/>
                  </a:cubicBezTo>
                  <a:lnTo>
                    <a:pt x="9779" y="146939"/>
                  </a:lnTo>
                  <a:cubicBezTo>
                    <a:pt x="9398" y="147066"/>
                    <a:pt x="8890" y="147066"/>
                    <a:pt x="8382" y="14706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747649" y="296037"/>
              <a:ext cx="164592" cy="42164"/>
            </a:xfrm>
            <a:custGeom>
              <a:avLst/>
              <a:gdLst/>
              <a:ahLst/>
              <a:cxnLst/>
              <a:rect l="l" t="t" r="r" b="b"/>
              <a:pathLst>
                <a:path w="164592" h="42164">
                  <a:moveTo>
                    <a:pt x="8382" y="42164"/>
                  </a:moveTo>
                  <a:cubicBezTo>
                    <a:pt x="4699" y="42164"/>
                    <a:pt x="1524" y="39497"/>
                    <a:pt x="762" y="35814"/>
                  </a:cubicBezTo>
                  <a:cubicBezTo>
                    <a:pt x="0" y="31623"/>
                    <a:pt x="2794" y="27559"/>
                    <a:pt x="6985" y="26797"/>
                  </a:cubicBezTo>
                  <a:lnTo>
                    <a:pt x="154813" y="762"/>
                  </a:lnTo>
                  <a:cubicBezTo>
                    <a:pt x="158877" y="0"/>
                    <a:pt x="163068" y="2921"/>
                    <a:pt x="163830" y="6985"/>
                  </a:cubicBezTo>
                  <a:cubicBezTo>
                    <a:pt x="164592" y="11049"/>
                    <a:pt x="161798" y="15240"/>
                    <a:pt x="157607" y="16002"/>
                  </a:cubicBezTo>
                  <a:lnTo>
                    <a:pt x="9779" y="42037"/>
                  </a:lnTo>
                  <a:cubicBezTo>
                    <a:pt x="9271" y="42164"/>
                    <a:pt x="8890" y="42164"/>
                    <a:pt x="8382" y="4216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3500" y="63500"/>
              <a:ext cx="1024255" cy="870585"/>
            </a:xfrm>
            <a:custGeom>
              <a:avLst/>
              <a:gdLst/>
              <a:ahLst/>
              <a:cxnLst/>
              <a:rect l="l" t="t" r="r" b="b"/>
              <a:pathLst>
                <a:path w="1024255" h="870585">
                  <a:moveTo>
                    <a:pt x="0" y="870585"/>
                  </a:moveTo>
                  <a:lnTo>
                    <a:pt x="1024255" y="870585"/>
                  </a:lnTo>
                  <a:lnTo>
                    <a:pt x="10242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10004717" y="6890356"/>
            <a:ext cx="920629" cy="1078878"/>
          </a:xfrm>
          <a:custGeom>
            <a:avLst/>
            <a:gdLst/>
            <a:ahLst/>
            <a:cxnLst/>
            <a:rect l="l" t="t" r="r" b="b"/>
            <a:pathLst>
              <a:path w="920629" h="1078878">
                <a:moveTo>
                  <a:pt x="0" y="0"/>
                </a:moveTo>
                <a:lnTo>
                  <a:pt x="920629" y="0"/>
                </a:lnTo>
                <a:lnTo>
                  <a:pt x="920629" y="1078878"/>
                </a:lnTo>
                <a:lnTo>
                  <a:pt x="0" y="1078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9834562" y="5086483"/>
            <a:ext cx="1260948" cy="997306"/>
            <a:chOff x="0" y="0"/>
            <a:chExt cx="1260945" cy="997306"/>
          </a:xfrm>
        </p:grpSpPr>
        <p:sp>
          <p:nvSpPr>
            <p:cNvPr id="21" name="Freeform 21"/>
            <p:cNvSpPr/>
            <p:nvPr/>
          </p:nvSpPr>
          <p:spPr>
            <a:xfrm>
              <a:off x="498475" y="244221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60" h="264160">
                  <a:moveTo>
                    <a:pt x="264160" y="132080"/>
                  </a:moveTo>
                  <a:cubicBezTo>
                    <a:pt x="264160" y="140716"/>
                    <a:pt x="263271" y="149352"/>
                    <a:pt x="261620" y="157861"/>
                  </a:cubicBezTo>
                  <a:cubicBezTo>
                    <a:pt x="259969" y="166370"/>
                    <a:pt x="257429" y="174625"/>
                    <a:pt x="254127" y="182626"/>
                  </a:cubicBezTo>
                  <a:cubicBezTo>
                    <a:pt x="250825" y="190627"/>
                    <a:pt x="246761" y="198247"/>
                    <a:pt x="241935" y="205486"/>
                  </a:cubicBezTo>
                  <a:cubicBezTo>
                    <a:pt x="237109" y="212725"/>
                    <a:pt x="231648" y="219329"/>
                    <a:pt x="225552" y="225552"/>
                  </a:cubicBezTo>
                  <a:cubicBezTo>
                    <a:pt x="219456" y="231775"/>
                    <a:pt x="212725" y="237109"/>
                    <a:pt x="205486" y="241935"/>
                  </a:cubicBezTo>
                  <a:cubicBezTo>
                    <a:pt x="198247" y="246761"/>
                    <a:pt x="190627" y="250825"/>
                    <a:pt x="182626" y="254127"/>
                  </a:cubicBezTo>
                  <a:cubicBezTo>
                    <a:pt x="174625" y="257429"/>
                    <a:pt x="166370" y="259969"/>
                    <a:pt x="157861" y="261620"/>
                  </a:cubicBezTo>
                  <a:cubicBezTo>
                    <a:pt x="149352" y="263271"/>
                    <a:pt x="140716" y="264160"/>
                    <a:pt x="132080" y="264160"/>
                  </a:cubicBezTo>
                  <a:cubicBezTo>
                    <a:pt x="123444" y="264160"/>
                    <a:pt x="114808" y="263271"/>
                    <a:pt x="106299" y="261620"/>
                  </a:cubicBezTo>
                  <a:cubicBezTo>
                    <a:pt x="97790" y="259969"/>
                    <a:pt x="89535" y="257429"/>
                    <a:pt x="81534" y="254127"/>
                  </a:cubicBezTo>
                  <a:cubicBezTo>
                    <a:pt x="73533" y="250825"/>
                    <a:pt x="65913" y="246761"/>
                    <a:pt x="58674" y="241935"/>
                  </a:cubicBezTo>
                  <a:cubicBezTo>
                    <a:pt x="51435" y="237109"/>
                    <a:pt x="44831" y="231648"/>
                    <a:pt x="38608" y="225552"/>
                  </a:cubicBezTo>
                  <a:cubicBezTo>
                    <a:pt x="32385" y="219456"/>
                    <a:pt x="27051" y="212725"/>
                    <a:pt x="22225" y="205486"/>
                  </a:cubicBezTo>
                  <a:cubicBezTo>
                    <a:pt x="17399" y="198247"/>
                    <a:pt x="13335" y="190627"/>
                    <a:pt x="10033" y="182626"/>
                  </a:cubicBezTo>
                  <a:cubicBezTo>
                    <a:pt x="6731" y="174625"/>
                    <a:pt x="4191" y="166370"/>
                    <a:pt x="2540" y="157861"/>
                  </a:cubicBezTo>
                  <a:cubicBezTo>
                    <a:pt x="889" y="149352"/>
                    <a:pt x="0" y="140716"/>
                    <a:pt x="0" y="132080"/>
                  </a:cubicBezTo>
                  <a:cubicBezTo>
                    <a:pt x="0" y="123444"/>
                    <a:pt x="889" y="114808"/>
                    <a:pt x="2540" y="106299"/>
                  </a:cubicBezTo>
                  <a:cubicBezTo>
                    <a:pt x="4191" y="97790"/>
                    <a:pt x="6731" y="89535"/>
                    <a:pt x="10033" y="81534"/>
                  </a:cubicBezTo>
                  <a:cubicBezTo>
                    <a:pt x="13335" y="73533"/>
                    <a:pt x="17399" y="65913"/>
                    <a:pt x="22225" y="58674"/>
                  </a:cubicBezTo>
                  <a:cubicBezTo>
                    <a:pt x="27051" y="51435"/>
                    <a:pt x="32512" y="44831"/>
                    <a:pt x="38608" y="38608"/>
                  </a:cubicBezTo>
                  <a:cubicBezTo>
                    <a:pt x="44704" y="32385"/>
                    <a:pt x="51435" y="27051"/>
                    <a:pt x="58674" y="22225"/>
                  </a:cubicBezTo>
                  <a:cubicBezTo>
                    <a:pt x="65913" y="17399"/>
                    <a:pt x="73533" y="13335"/>
                    <a:pt x="81534" y="10033"/>
                  </a:cubicBezTo>
                  <a:cubicBezTo>
                    <a:pt x="89535" y="6731"/>
                    <a:pt x="97790" y="4191"/>
                    <a:pt x="106299" y="2540"/>
                  </a:cubicBezTo>
                  <a:cubicBezTo>
                    <a:pt x="114808" y="889"/>
                    <a:pt x="123444" y="0"/>
                    <a:pt x="132080" y="0"/>
                  </a:cubicBezTo>
                  <a:cubicBezTo>
                    <a:pt x="140716" y="0"/>
                    <a:pt x="149352" y="889"/>
                    <a:pt x="157861" y="2540"/>
                  </a:cubicBezTo>
                  <a:cubicBezTo>
                    <a:pt x="166370" y="4191"/>
                    <a:pt x="174625" y="6731"/>
                    <a:pt x="182626" y="10033"/>
                  </a:cubicBezTo>
                  <a:cubicBezTo>
                    <a:pt x="190627" y="13335"/>
                    <a:pt x="198247" y="17399"/>
                    <a:pt x="205486" y="22225"/>
                  </a:cubicBezTo>
                  <a:cubicBezTo>
                    <a:pt x="212725" y="27051"/>
                    <a:pt x="219329" y="32512"/>
                    <a:pt x="225552" y="38608"/>
                  </a:cubicBezTo>
                  <a:cubicBezTo>
                    <a:pt x="231775" y="44704"/>
                    <a:pt x="237109" y="51435"/>
                    <a:pt x="241935" y="58674"/>
                  </a:cubicBezTo>
                  <a:cubicBezTo>
                    <a:pt x="246761" y="65913"/>
                    <a:pt x="250825" y="73533"/>
                    <a:pt x="254127" y="81534"/>
                  </a:cubicBezTo>
                  <a:cubicBezTo>
                    <a:pt x="257429" y="89535"/>
                    <a:pt x="259969" y="97790"/>
                    <a:pt x="261620" y="106299"/>
                  </a:cubicBezTo>
                  <a:cubicBezTo>
                    <a:pt x="263271" y="114808"/>
                    <a:pt x="264160" y="123444"/>
                    <a:pt x="264160" y="132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322453" y="63500"/>
              <a:ext cx="630555" cy="326009"/>
            </a:xfrm>
            <a:custGeom>
              <a:avLst/>
              <a:gdLst/>
              <a:ahLst/>
              <a:cxnLst/>
              <a:rect l="l" t="t" r="r" b="b"/>
              <a:pathLst>
                <a:path w="630555" h="326009">
                  <a:moveTo>
                    <a:pt x="614934" y="283718"/>
                  </a:moveTo>
                  <a:lnTo>
                    <a:pt x="614934" y="122682"/>
                  </a:lnTo>
                  <a:cubicBezTo>
                    <a:pt x="615315" y="122555"/>
                    <a:pt x="615823" y="122301"/>
                    <a:pt x="616204" y="122174"/>
                  </a:cubicBezTo>
                  <a:cubicBezTo>
                    <a:pt x="513461" y="81407"/>
                    <a:pt x="410845" y="40767"/>
                    <a:pt x="308102" y="0"/>
                  </a:cubicBezTo>
                  <a:cubicBezTo>
                    <a:pt x="308102" y="0"/>
                    <a:pt x="308102" y="0"/>
                    <a:pt x="308102" y="0"/>
                  </a:cubicBezTo>
                  <a:cubicBezTo>
                    <a:pt x="308102" y="0"/>
                    <a:pt x="308102" y="0"/>
                    <a:pt x="308102" y="0"/>
                  </a:cubicBezTo>
                  <a:cubicBezTo>
                    <a:pt x="308102" y="0"/>
                    <a:pt x="308102" y="0"/>
                    <a:pt x="308102" y="0"/>
                  </a:cubicBezTo>
                  <a:cubicBezTo>
                    <a:pt x="308102" y="0"/>
                    <a:pt x="308102" y="0"/>
                    <a:pt x="308102" y="0"/>
                  </a:cubicBezTo>
                  <a:cubicBezTo>
                    <a:pt x="205359" y="40640"/>
                    <a:pt x="102616" y="81407"/>
                    <a:pt x="0" y="122047"/>
                  </a:cubicBezTo>
                  <a:cubicBezTo>
                    <a:pt x="48006" y="142494"/>
                    <a:pt x="96012" y="162941"/>
                    <a:pt x="144018" y="183388"/>
                  </a:cubicBezTo>
                  <a:cubicBezTo>
                    <a:pt x="144018" y="209042"/>
                    <a:pt x="144018" y="234823"/>
                    <a:pt x="144018" y="260477"/>
                  </a:cubicBezTo>
                  <a:cubicBezTo>
                    <a:pt x="148209" y="245618"/>
                    <a:pt x="163830" y="196596"/>
                    <a:pt x="212852" y="161798"/>
                  </a:cubicBezTo>
                  <a:cubicBezTo>
                    <a:pt x="251841" y="134112"/>
                    <a:pt x="291465" y="129794"/>
                    <a:pt x="308102" y="129032"/>
                  </a:cubicBezTo>
                  <a:cubicBezTo>
                    <a:pt x="324866" y="129794"/>
                    <a:pt x="364363" y="133985"/>
                    <a:pt x="403352" y="161798"/>
                  </a:cubicBezTo>
                  <a:cubicBezTo>
                    <a:pt x="452501" y="196723"/>
                    <a:pt x="468122" y="245618"/>
                    <a:pt x="472186" y="260477"/>
                  </a:cubicBezTo>
                  <a:cubicBezTo>
                    <a:pt x="472186" y="234823"/>
                    <a:pt x="472186" y="209042"/>
                    <a:pt x="472186" y="183388"/>
                  </a:cubicBezTo>
                  <a:cubicBezTo>
                    <a:pt x="515874" y="164846"/>
                    <a:pt x="559435" y="146177"/>
                    <a:pt x="603123" y="127635"/>
                  </a:cubicBezTo>
                  <a:lnTo>
                    <a:pt x="603123" y="283718"/>
                  </a:lnTo>
                  <a:cubicBezTo>
                    <a:pt x="594106" y="286258"/>
                    <a:pt x="587375" y="294640"/>
                    <a:pt x="587375" y="304419"/>
                  </a:cubicBezTo>
                  <a:cubicBezTo>
                    <a:pt x="587375" y="316357"/>
                    <a:pt x="597027" y="326009"/>
                    <a:pt x="608965" y="326009"/>
                  </a:cubicBezTo>
                  <a:cubicBezTo>
                    <a:pt x="620903" y="326009"/>
                    <a:pt x="630555" y="316357"/>
                    <a:pt x="630555" y="304419"/>
                  </a:cubicBezTo>
                  <a:cubicBezTo>
                    <a:pt x="630555" y="294513"/>
                    <a:pt x="623951" y="286258"/>
                    <a:pt x="614934" y="2837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09042" y="502412"/>
              <a:ext cx="404368" cy="386588"/>
            </a:xfrm>
            <a:custGeom>
              <a:avLst/>
              <a:gdLst/>
              <a:ahLst/>
              <a:cxnLst/>
              <a:rect l="l" t="t" r="r" b="b"/>
              <a:pathLst>
                <a:path w="404368" h="386588">
                  <a:moveTo>
                    <a:pt x="242443" y="199771"/>
                  </a:moveTo>
                  <a:cubicBezTo>
                    <a:pt x="178943" y="165989"/>
                    <a:pt x="119253" y="160401"/>
                    <a:pt x="85471" y="160020"/>
                  </a:cubicBezTo>
                  <a:cubicBezTo>
                    <a:pt x="110617" y="109982"/>
                    <a:pt x="135763" y="59944"/>
                    <a:pt x="161036" y="9906"/>
                  </a:cubicBezTo>
                  <a:cubicBezTo>
                    <a:pt x="143510" y="6604"/>
                    <a:pt x="125984" y="3302"/>
                    <a:pt x="108331" y="0"/>
                  </a:cubicBezTo>
                  <a:cubicBezTo>
                    <a:pt x="72263" y="72263"/>
                    <a:pt x="36068" y="144399"/>
                    <a:pt x="0" y="216662"/>
                  </a:cubicBezTo>
                  <a:cubicBezTo>
                    <a:pt x="38227" y="211201"/>
                    <a:pt x="130048" y="203327"/>
                    <a:pt x="232537" y="248412"/>
                  </a:cubicBezTo>
                  <a:cubicBezTo>
                    <a:pt x="327152" y="290195"/>
                    <a:pt x="381508" y="355346"/>
                    <a:pt x="404368" y="386588"/>
                  </a:cubicBezTo>
                  <a:cubicBezTo>
                    <a:pt x="393192" y="357251"/>
                    <a:pt x="351028" y="257556"/>
                    <a:pt x="242443" y="1997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67818" y="518287"/>
              <a:ext cx="512826" cy="369697"/>
            </a:xfrm>
            <a:custGeom>
              <a:avLst/>
              <a:gdLst/>
              <a:ahLst/>
              <a:cxnLst/>
              <a:rect l="l" t="t" r="r" b="b"/>
              <a:pathLst>
                <a:path w="512826" h="369697">
                  <a:moveTo>
                    <a:pt x="314071" y="281305"/>
                  </a:moveTo>
                  <a:cubicBezTo>
                    <a:pt x="406654" y="300609"/>
                    <a:pt x="473964" y="341503"/>
                    <a:pt x="512826" y="369697"/>
                  </a:cubicBezTo>
                  <a:cubicBezTo>
                    <a:pt x="487426" y="339725"/>
                    <a:pt x="442341" y="294894"/>
                    <a:pt x="373761" y="262382"/>
                  </a:cubicBezTo>
                  <a:cubicBezTo>
                    <a:pt x="254381" y="205867"/>
                    <a:pt x="142494" y="224028"/>
                    <a:pt x="102489" y="232537"/>
                  </a:cubicBezTo>
                  <a:cubicBezTo>
                    <a:pt x="141859" y="155067"/>
                    <a:pt x="181356" y="77470"/>
                    <a:pt x="220726" y="0"/>
                  </a:cubicBezTo>
                  <a:cubicBezTo>
                    <a:pt x="147066" y="104648"/>
                    <a:pt x="73533" y="209423"/>
                    <a:pt x="0" y="314071"/>
                  </a:cubicBezTo>
                  <a:cubicBezTo>
                    <a:pt x="46736" y="294132"/>
                    <a:pt x="166370" y="250571"/>
                    <a:pt x="314071" y="2813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63881" y="827151"/>
              <a:ext cx="542417" cy="103251"/>
            </a:xfrm>
            <a:custGeom>
              <a:avLst/>
              <a:gdLst/>
              <a:ahLst/>
              <a:cxnLst/>
              <a:rect l="l" t="t" r="r" b="b"/>
              <a:pathLst>
                <a:path w="542417" h="103251">
                  <a:moveTo>
                    <a:pt x="249809" y="127"/>
                  </a:moveTo>
                  <a:cubicBezTo>
                    <a:pt x="122936" y="127"/>
                    <a:pt x="30988" y="52451"/>
                    <a:pt x="0" y="71882"/>
                  </a:cubicBezTo>
                  <a:cubicBezTo>
                    <a:pt x="55499" y="60960"/>
                    <a:pt x="125984" y="51435"/>
                    <a:pt x="207772" y="51435"/>
                  </a:cubicBezTo>
                  <a:cubicBezTo>
                    <a:pt x="226060" y="51435"/>
                    <a:pt x="244983" y="51943"/>
                    <a:pt x="264414" y="52959"/>
                  </a:cubicBezTo>
                  <a:cubicBezTo>
                    <a:pt x="375285" y="58801"/>
                    <a:pt x="467741" y="81026"/>
                    <a:pt x="536194" y="103251"/>
                  </a:cubicBezTo>
                  <a:lnTo>
                    <a:pt x="542417" y="103251"/>
                  </a:lnTo>
                  <a:cubicBezTo>
                    <a:pt x="506476" y="74549"/>
                    <a:pt x="420116" y="14351"/>
                    <a:pt x="294132" y="2159"/>
                  </a:cubicBezTo>
                  <a:cubicBezTo>
                    <a:pt x="278892" y="635"/>
                    <a:pt x="264160" y="0"/>
                    <a:pt x="2498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323215" y="428879"/>
              <a:ext cx="614426" cy="375666"/>
            </a:xfrm>
            <a:custGeom>
              <a:avLst/>
              <a:gdLst/>
              <a:ahLst/>
              <a:cxnLst/>
              <a:rect l="l" t="t" r="r" b="b"/>
              <a:pathLst>
                <a:path w="614426" h="375666">
                  <a:moveTo>
                    <a:pt x="308102" y="370332"/>
                  </a:moveTo>
                  <a:cubicBezTo>
                    <a:pt x="308610" y="367284"/>
                    <a:pt x="309245" y="363347"/>
                    <a:pt x="309753" y="358648"/>
                  </a:cubicBezTo>
                  <a:cubicBezTo>
                    <a:pt x="317500" y="310515"/>
                    <a:pt x="346710" y="189611"/>
                    <a:pt x="457454" y="113284"/>
                  </a:cubicBezTo>
                  <a:cubicBezTo>
                    <a:pt x="517652" y="71755"/>
                    <a:pt x="578358" y="59690"/>
                    <a:pt x="614426" y="55626"/>
                  </a:cubicBezTo>
                  <a:cubicBezTo>
                    <a:pt x="606425" y="37084"/>
                    <a:pt x="598551" y="18542"/>
                    <a:pt x="590550" y="0"/>
                  </a:cubicBezTo>
                  <a:cubicBezTo>
                    <a:pt x="569214" y="1905"/>
                    <a:pt x="455295" y="13843"/>
                    <a:pt x="373253" y="113284"/>
                  </a:cubicBezTo>
                  <a:cubicBezTo>
                    <a:pt x="333248" y="161798"/>
                    <a:pt x="314833" y="213995"/>
                    <a:pt x="307213" y="259080"/>
                  </a:cubicBezTo>
                  <a:cubicBezTo>
                    <a:pt x="299466" y="213995"/>
                    <a:pt x="281178" y="161798"/>
                    <a:pt x="241173" y="113284"/>
                  </a:cubicBezTo>
                  <a:cubicBezTo>
                    <a:pt x="159131" y="13843"/>
                    <a:pt x="45212" y="1905"/>
                    <a:pt x="23876" y="0"/>
                  </a:cubicBezTo>
                  <a:cubicBezTo>
                    <a:pt x="15875" y="18542"/>
                    <a:pt x="8001" y="37084"/>
                    <a:pt x="0" y="55626"/>
                  </a:cubicBezTo>
                  <a:cubicBezTo>
                    <a:pt x="36068" y="59690"/>
                    <a:pt x="96774" y="71755"/>
                    <a:pt x="156972" y="113284"/>
                  </a:cubicBezTo>
                  <a:cubicBezTo>
                    <a:pt x="267716" y="189611"/>
                    <a:pt x="296926" y="310642"/>
                    <a:pt x="304673" y="358648"/>
                  </a:cubicBezTo>
                  <a:cubicBezTo>
                    <a:pt x="305308" y="363347"/>
                    <a:pt x="305816" y="367284"/>
                    <a:pt x="306324" y="370332"/>
                  </a:cubicBezTo>
                  <a:cubicBezTo>
                    <a:pt x="306578" y="372491"/>
                    <a:pt x="306832" y="374269"/>
                    <a:pt x="306959" y="375666"/>
                  </a:cubicBezTo>
                  <a:cubicBezTo>
                    <a:pt x="306959" y="375412"/>
                    <a:pt x="307086" y="375158"/>
                    <a:pt x="307086" y="374777"/>
                  </a:cubicBezTo>
                  <a:cubicBezTo>
                    <a:pt x="307086" y="375031"/>
                    <a:pt x="307213" y="375412"/>
                    <a:pt x="307213" y="375666"/>
                  </a:cubicBezTo>
                  <a:cubicBezTo>
                    <a:pt x="307340" y="374269"/>
                    <a:pt x="307594" y="372491"/>
                    <a:pt x="307848" y="3703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647573" y="502412"/>
              <a:ext cx="404368" cy="386588"/>
            </a:xfrm>
            <a:custGeom>
              <a:avLst/>
              <a:gdLst/>
              <a:ahLst/>
              <a:cxnLst/>
              <a:rect l="l" t="t" r="r" b="b"/>
              <a:pathLst>
                <a:path w="404368" h="386588">
                  <a:moveTo>
                    <a:pt x="171831" y="248412"/>
                  </a:moveTo>
                  <a:cubicBezTo>
                    <a:pt x="274320" y="203327"/>
                    <a:pt x="366141" y="211201"/>
                    <a:pt x="404368" y="216662"/>
                  </a:cubicBezTo>
                  <a:cubicBezTo>
                    <a:pt x="368300" y="144399"/>
                    <a:pt x="332105" y="72263"/>
                    <a:pt x="296037" y="0"/>
                  </a:cubicBezTo>
                  <a:cubicBezTo>
                    <a:pt x="278511" y="3302"/>
                    <a:pt x="260985" y="6604"/>
                    <a:pt x="243332" y="9906"/>
                  </a:cubicBezTo>
                  <a:cubicBezTo>
                    <a:pt x="268478" y="59944"/>
                    <a:pt x="293624" y="109982"/>
                    <a:pt x="318897" y="160020"/>
                  </a:cubicBezTo>
                  <a:cubicBezTo>
                    <a:pt x="285115" y="160401"/>
                    <a:pt x="225298" y="165989"/>
                    <a:pt x="161925" y="199771"/>
                  </a:cubicBezTo>
                  <a:cubicBezTo>
                    <a:pt x="53213" y="257556"/>
                    <a:pt x="11176" y="357124"/>
                    <a:pt x="0" y="386588"/>
                  </a:cubicBezTo>
                  <a:cubicBezTo>
                    <a:pt x="22860" y="355346"/>
                    <a:pt x="77216" y="290195"/>
                    <a:pt x="171958" y="2484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680339" y="518287"/>
              <a:ext cx="512826" cy="369697"/>
            </a:xfrm>
            <a:custGeom>
              <a:avLst/>
              <a:gdLst/>
              <a:ahLst/>
              <a:cxnLst/>
              <a:rect l="l" t="t" r="r" b="b"/>
              <a:pathLst>
                <a:path w="512826" h="369697">
                  <a:moveTo>
                    <a:pt x="139065" y="262382"/>
                  </a:moveTo>
                  <a:cubicBezTo>
                    <a:pt x="70358" y="294894"/>
                    <a:pt x="25400" y="339725"/>
                    <a:pt x="0" y="369697"/>
                  </a:cubicBezTo>
                  <a:cubicBezTo>
                    <a:pt x="38862" y="341503"/>
                    <a:pt x="106172" y="300482"/>
                    <a:pt x="198755" y="281305"/>
                  </a:cubicBezTo>
                  <a:cubicBezTo>
                    <a:pt x="346329" y="250571"/>
                    <a:pt x="466090" y="294132"/>
                    <a:pt x="512826" y="314071"/>
                  </a:cubicBezTo>
                  <a:cubicBezTo>
                    <a:pt x="439293" y="209423"/>
                    <a:pt x="365760" y="104775"/>
                    <a:pt x="292227" y="0"/>
                  </a:cubicBezTo>
                  <a:cubicBezTo>
                    <a:pt x="331597" y="77470"/>
                    <a:pt x="371094" y="155067"/>
                    <a:pt x="410464" y="232537"/>
                  </a:cubicBezTo>
                  <a:cubicBezTo>
                    <a:pt x="370332" y="224028"/>
                    <a:pt x="258572" y="205867"/>
                    <a:pt x="139192" y="2623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654812" y="827278"/>
              <a:ext cx="542290" cy="103124"/>
            </a:xfrm>
            <a:custGeom>
              <a:avLst/>
              <a:gdLst/>
              <a:ahLst/>
              <a:cxnLst/>
              <a:rect l="l" t="t" r="r" b="b"/>
              <a:pathLst>
                <a:path w="542290" h="103124">
                  <a:moveTo>
                    <a:pt x="292481" y="0"/>
                  </a:moveTo>
                  <a:cubicBezTo>
                    <a:pt x="278130" y="0"/>
                    <a:pt x="263271" y="635"/>
                    <a:pt x="248158" y="2159"/>
                  </a:cubicBezTo>
                  <a:cubicBezTo>
                    <a:pt x="122174" y="14351"/>
                    <a:pt x="35814" y="74422"/>
                    <a:pt x="0" y="103124"/>
                  </a:cubicBezTo>
                  <a:lnTo>
                    <a:pt x="6223" y="103124"/>
                  </a:lnTo>
                  <a:cubicBezTo>
                    <a:pt x="74676" y="81026"/>
                    <a:pt x="167259" y="58801"/>
                    <a:pt x="278003" y="52832"/>
                  </a:cubicBezTo>
                  <a:cubicBezTo>
                    <a:pt x="297434" y="51816"/>
                    <a:pt x="316230" y="51308"/>
                    <a:pt x="334645" y="51308"/>
                  </a:cubicBezTo>
                  <a:cubicBezTo>
                    <a:pt x="416433" y="51308"/>
                    <a:pt x="486791" y="60706"/>
                    <a:pt x="542290" y="71628"/>
                  </a:cubicBezTo>
                  <a:lnTo>
                    <a:pt x="542290" y="71628"/>
                  </a:lnTo>
                  <a:lnTo>
                    <a:pt x="542290" y="71628"/>
                  </a:lnTo>
                  <a:lnTo>
                    <a:pt x="542290" y="71628"/>
                  </a:lnTo>
                  <a:cubicBezTo>
                    <a:pt x="511175" y="52197"/>
                    <a:pt x="419227" y="0"/>
                    <a:pt x="29260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63500" y="63500"/>
              <a:ext cx="1133983" cy="870331"/>
            </a:xfrm>
            <a:custGeom>
              <a:avLst/>
              <a:gdLst/>
              <a:ahLst/>
              <a:cxnLst/>
              <a:rect l="l" t="t" r="r" b="b"/>
              <a:pathLst>
                <a:path w="1133983" h="870331">
                  <a:moveTo>
                    <a:pt x="0" y="870331"/>
                  </a:moveTo>
                  <a:lnTo>
                    <a:pt x="1133983" y="870331"/>
                  </a:lnTo>
                  <a:lnTo>
                    <a:pt x="11339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8653367" y="3486140"/>
            <a:ext cx="7840532" cy="28575"/>
            <a:chOff x="0" y="0"/>
            <a:chExt cx="7840536" cy="2857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40472" cy="28575"/>
            </a:xfrm>
            <a:custGeom>
              <a:avLst/>
              <a:gdLst/>
              <a:ahLst/>
              <a:cxnLst/>
              <a:rect l="l" t="t" r="r" b="b"/>
              <a:pathLst>
                <a:path w="7840472" h="28575">
                  <a:moveTo>
                    <a:pt x="0" y="28575"/>
                  </a:moveTo>
                  <a:lnTo>
                    <a:pt x="7840472" y="28575"/>
                  </a:lnTo>
                  <a:lnTo>
                    <a:pt x="7840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16022374" y="1162050"/>
            <a:ext cx="1106119" cy="276530"/>
            <a:chOff x="0" y="0"/>
            <a:chExt cx="1106119" cy="27653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742742" y="2299211"/>
            <a:ext cx="4425601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76310" y="6934286"/>
            <a:ext cx="3960514" cy="127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CD Account &amp; CreditCard ownership has the chance of  acceptance.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776310" y="4990081"/>
            <a:ext cx="4725772" cy="127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spc="19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Income, CCAvg, Mortgage are having high chances to accept the presonal laon.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727009" y="5121631"/>
            <a:ext cx="3760299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Education level plays an important role.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31495" y="6934286"/>
            <a:ext cx="493423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Online customers react more to offers.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445" y="500882"/>
            <a:ext cx="17414176" cy="9412100"/>
          </a:xfrm>
          <a:custGeom>
            <a:avLst/>
            <a:gdLst/>
            <a:ahLst/>
            <a:cxnLst/>
            <a:rect l="l" t="t" r="r" b="b"/>
            <a:pathLst>
              <a:path w="17414176" h="9412100">
                <a:moveTo>
                  <a:pt x="0" y="0"/>
                </a:moveTo>
                <a:lnTo>
                  <a:pt x="17414177" y="0"/>
                </a:lnTo>
                <a:lnTo>
                  <a:pt x="17414177" y="9412100"/>
                </a:lnTo>
                <a:lnTo>
                  <a:pt x="0" y="941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1381718" y="2010385"/>
            <a:ext cx="5872582" cy="3915061"/>
            <a:chOff x="0" y="0"/>
            <a:chExt cx="7830109" cy="5220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30058" cy="5220081"/>
            </a:xfrm>
            <a:custGeom>
              <a:avLst/>
              <a:gdLst/>
              <a:ahLst/>
              <a:cxnLst/>
              <a:rect l="l" t="t" r="r" b="b"/>
              <a:pathLst>
                <a:path w="7830058" h="5220081">
                  <a:moveTo>
                    <a:pt x="292100" y="0"/>
                  </a:moveTo>
                  <a:cubicBezTo>
                    <a:pt x="130810" y="0"/>
                    <a:pt x="0" y="130810"/>
                    <a:pt x="0" y="292100"/>
                  </a:cubicBezTo>
                  <a:lnTo>
                    <a:pt x="0" y="4927981"/>
                  </a:lnTo>
                  <a:cubicBezTo>
                    <a:pt x="0" y="5089144"/>
                    <a:pt x="130429" y="5219827"/>
                    <a:pt x="291592" y="5220081"/>
                  </a:cubicBezTo>
                  <a:lnTo>
                    <a:pt x="7545197" y="5220081"/>
                  </a:lnTo>
                  <a:cubicBezTo>
                    <a:pt x="7684897" y="5219827"/>
                    <a:pt x="7801610" y="5121529"/>
                    <a:pt x="7830058" y="4990338"/>
                  </a:cubicBezTo>
                  <a:lnTo>
                    <a:pt x="7830058" y="4990338"/>
                  </a:lnTo>
                  <a:lnTo>
                    <a:pt x="7830058" y="229743"/>
                  </a:lnTo>
                  <a:lnTo>
                    <a:pt x="7830058" y="229743"/>
                  </a:lnTo>
                  <a:cubicBezTo>
                    <a:pt x="7801610" y="98425"/>
                    <a:pt x="7684643" y="0"/>
                    <a:pt x="7544689" y="0"/>
                  </a:cubicBezTo>
                  <a:close/>
                </a:path>
              </a:pathLst>
            </a:custGeom>
            <a:blipFill>
              <a:blip r:embed="rId4"/>
              <a:stretch>
                <a:fillRect l="-1660" r="-1204" b="-2734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7424909" y="1685915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129" t="-49205" r="-36430" b="-63615"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190748" y="3451088"/>
            <a:ext cx="2272875" cy="28575"/>
            <a:chOff x="0" y="0"/>
            <a:chExt cx="2272868" cy="28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2919" cy="28575"/>
            </a:xfrm>
            <a:custGeom>
              <a:avLst/>
              <a:gdLst/>
              <a:ahLst/>
              <a:cxnLst/>
              <a:rect l="l" t="t" r="r" b="b"/>
              <a:pathLst>
                <a:path w="2272919" h="28575">
                  <a:moveTo>
                    <a:pt x="0" y="28575"/>
                  </a:moveTo>
                  <a:lnTo>
                    <a:pt x="2272919" y="28575"/>
                  </a:lnTo>
                  <a:lnTo>
                    <a:pt x="2272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623308" y="1733855"/>
            <a:ext cx="1106119" cy="276530"/>
            <a:chOff x="0" y="0"/>
            <a:chExt cx="1106119" cy="276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6170" cy="276479"/>
            </a:xfrm>
            <a:custGeom>
              <a:avLst/>
              <a:gdLst/>
              <a:ahLst/>
              <a:cxnLst/>
              <a:rect l="l" t="t" r="r" b="b"/>
              <a:pathLst>
                <a:path w="1106170" h="276479">
                  <a:moveTo>
                    <a:pt x="0" y="276479"/>
                  </a:moveTo>
                  <a:lnTo>
                    <a:pt x="1106170" y="276479"/>
                  </a:lnTo>
                  <a:lnTo>
                    <a:pt x="11061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549336" y="2838793"/>
            <a:ext cx="6241542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FINAL 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28962" y="4417381"/>
            <a:ext cx="8301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1403" y="4674556"/>
            <a:ext cx="682946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Dataset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successfully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cleaned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analysed.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1403" y="5093656"/>
            <a:ext cx="8737444" cy="338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Identified strongfinancial andbehavioural indicators for loan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01419"/>
                </a:solidFill>
                <a:latin typeface="Poppins"/>
                <a:ea typeface="Poppins"/>
                <a:cs typeface="Poppins"/>
                <a:sym typeface="Poppins"/>
              </a:rPr>
              <a:t>acceptance. Target high-income and high-spending customers. Focus marketing on Professionals &amp; Graduates. Provide attractive offers to customers with CD accounts and credit cards. Promote loan offers more through digital/online channels.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8620"/>
            <a:ext cx="18288000" cy="11068050"/>
          </a:xfrm>
          <a:custGeom>
            <a:avLst/>
            <a:gdLst/>
            <a:ahLst/>
            <a:cxnLst/>
            <a:rect l="l" t="t" r="r" b="b"/>
            <a:pathLst>
              <a:path w="18288000" h="11068050">
                <a:moveTo>
                  <a:pt x="0" y="0"/>
                </a:moveTo>
                <a:lnTo>
                  <a:pt x="18288000" y="0"/>
                </a:lnTo>
                <a:lnTo>
                  <a:pt x="18288000" y="11068050"/>
                </a:lnTo>
                <a:lnTo>
                  <a:pt x="0" y="11068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5197" y="4259885"/>
            <a:ext cx="16355997" cy="5061918"/>
          </a:xfrm>
          <a:custGeom>
            <a:avLst/>
            <a:gdLst/>
            <a:ahLst/>
            <a:cxnLst/>
            <a:rect l="l" t="t" r="r" b="b"/>
            <a:pathLst>
              <a:path w="16355997" h="5061918">
                <a:moveTo>
                  <a:pt x="0" y="0"/>
                </a:moveTo>
                <a:lnTo>
                  <a:pt x="16355996" y="0"/>
                </a:lnTo>
                <a:lnTo>
                  <a:pt x="16355996" y="5061918"/>
                </a:lnTo>
                <a:lnTo>
                  <a:pt x="0" y="5061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760856" y="1246022"/>
            <a:ext cx="1495425" cy="371475"/>
            <a:chOff x="0" y="0"/>
            <a:chExt cx="1495425" cy="371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95425" cy="371475"/>
            </a:xfrm>
            <a:custGeom>
              <a:avLst/>
              <a:gdLst/>
              <a:ahLst/>
              <a:cxnLst/>
              <a:rect l="l" t="t" r="r" b="b"/>
              <a:pathLst>
                <a:path w="1495425" h="371475">
                  <a:moveTo>
                    <a:pt x="187325" y="0"/>
                  </a:moveTo>
                  <a:cubicBezTo>
                    <a:pt x="83820" y="0"/>
                    <a:pt x="0" y="83820"/>
                    <a:pt x="0" y="187325"/>
                  </a:cubicBezTo>
                  <a:cubicBezTo>
                    <a:pt x="0" y="279146"/>
                    <a:pt x="65913" y="355346"/>
                    <a:pt x="153035" y="371475"/>
                  </a:cubicBezTo>
                  <a:lnTo>
                    <a:pt x="221615" y="371475"/>
                  </a:lnTo>
                  <a:cubicBezTo>
                    <a:pt x="308737" y="355346"/>
                    <a:pt x="374650" y="279019"/>
                    <a:pt x="374650" y="187325"/>
                  </a:cubicBezTo>
                  <a:cubicBezTo>
                    <a:pt x="374650" y="83820"/>
                    <a:pt x="290830" y="0"/>
                    <a:pt x="187325" y="0"/>
                  </a:cubicBezTo>
                  <a:close/>
                  <a:moveTo>
                    <a:pt x="749173" y="0"/>
                  </a:moveTo>
                  <a:cubicBezTo>
                    <a:pt x="645668" y="0"/>
                    <a:pt x="561848" y="83820"/>
                    <a:pt x="561848" y="187325"/>
                  </a:cubicBezTo>
                  <a:cubicBezTo>
                    <a:pt x="561848" y="279146"/>
                    <a:pt x="627761" y="355346"/>
                    <a:pt x="714883" y="371475"/>
                  </a:cubicBezTo>
                  <a:lnTo>
                    <a:pt x="783463" y="371475"/>
                  </a:lnTo>
                  <a:cubicBezTo>
                    <a:pt x="870585" y="355346"/>
                    <a:pt x="936498" y="279019"/>
                    <a:pt x="936498" y="187325"/>
                  </a:cubicBezTo>
                  <a:cubicBezTo>
                    <a:pt x="936498" y="83820"/>
                    <a:pt x="852678" y="0"/>
                    <a:pt x="749173" y="0"/>
                  </a:cubicBezTo>
                  <a:close/>
                  <a:moveTo>
                    <a:pt x="1311021" y="0"/>
                  </a:moveTo>
                  <a:cubicBezTo>
                    <a:pt x="1207643" y="0"/>
                    <a:pt x="1123823" y="83820"/>
                    <a:pt x="1123823" y="187325"/>
                  </a:cubicBezTo>
                  <a:cubicBezTo>
                    <a:pt x="1123823" y="279146"/>
                    <a:pt x="1189736" y="355346"/>
                    <a:pt x="1276858" y="371475"/>
                  </a:cubicBezTo>
                  <a:lnTo>
                    <a:pt x="1345438" y="371475"/>
                  </a:lnTo>
                  <a:cubicBezTo>
                    <a:pt x="1421638" y="357378"/>
                    <a:pt x="1481709" y="297180"/>
                    <a:pt x="1495425" y="220726"/>
                  </a:cubicBezTo>
                  <a:lnTo>
                    <a:pt x="1495425" y="220726"/>
                  </a:lnTo>
                  <a:lnTo>
                    <a:pt x="1495425" y="153797"/>
                  </a:lnTo>
                  <a:lnTo>
                    <a:pt x="1495425" y="153797"/>
                  </a:lnTo>
                  <a:cubicBezTo>
                    <a:pt x="1479677" y="66294"/>
                    <a:pt x="1403223" y="0"/>
                    <a:pt x="13111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045056" y="5348754"/>
            <a:ext cx="2038350" cy="371475"/>
          </a:xfrm>
          <a:custGeom>
            <a:avLst/>
            <a:gdLst/>
            <a:ahLst/>
            <a:cxnLst/>
            <a:rect l="l" t="t" r="r" b="b"/>
            <a:pathLst>
              <a:path w="2038350" h="371475">
                <a:moveTo>
                  <a:pt x="0" y="0"/>
                </a:moveTo>
                <a:lnTo>
                  <a:pt x="2038350" y="0"/>
                </a:lnTo>
                <a:lnTo>
                  <a:pt x="203835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129" t="-49205" r="-36430" b="-63615"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-63503" y="-63503"/>
            <a:ext cx="18414997" cy="10413997"/>
            <a:chOff x="0" y="0"/>
            <a:chExt cx="18415000" cy="10414000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10287000"/>
                  </a:moveTo>
                  <a:lnTo>
                    <a:pt x="18288000" y="10287000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5824327" y="1309497"/>
              <a:ext cx="1498473" cy="374650"/>
            </a:xfrm>
            <a:custGeom>
              <a:avLst/>
              <a:gdLst/>
              <a:ahLst/>
              <a:cxnLst/>
              <a:rect l="l" t="t" r="r" b="b"/>
              <a:pathLst>
                <a:path w="1498473" h="374650">
                  <a:moveTo>
                    <a:pt x="0" y="374650"/>
                  </a:moveTo>
                  <a:lnTo>
                    <a:pt x="1498473" y="374650"/>
                  </a:lnTo>
                  <a:lnTo>
                    <a:pt x="14984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4453870" y="4957445"/>
              <a:ext cx="1281939" cy="1281938"/>
            </a:xfrm>
            <a:custGeom>
              <a:avLst/>
              <a:gdLst/>
              <a:ahLst/>
              <a:cxnLst/>
              <a:rect l="l" t="t" r="r" b="b"/>
              <a:pathLst>
                <a:path w="1281939" h="1281938">
                  <a:moveTo>
                    <a:pt x="0" y="1281938"/>
                  </a:moveTo>
                  <a:lnTo>
                    <a:pt x="1281938" y="1281938"/>
                  </a:lnTo>
                  <a:lnTo>
                    <a:pt x="1281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9276588" y="6239383"/>
              <a:ext cx="2871089" cy="28575"/>
            </a:xfrm>
            <a:custGeom>
              <a:avLst/>
              <a:gdLst/>
              <a:ahLst/>
              <a:cxnLst/>
              <a:rect l="l" t="t" r="r" b="b"/>
              <a:pathLst>
                <a:path w="2871089" h="28575">
                  <a:moveTo>
                    <a:pt x="0" y="28575"/>
                  </a:moveTo>
                  <a:lnTo>
                    <a:pt x="2871089" y="28575"/>
                  </a:lnTo>
                  <a:lnTo>
                    <a:pt x="287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914839" y="5386854"/>
            <a:ext cx="3680851" cy="366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41"/>
              </a:lnSpc>
            </a:pPr>
            <a:r>
              <a:rPr lang="en-US" sz="8100" b="1">
                <a:solidFill>
                  <a:srgbClr val="073E88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  <a:p>
            <a:pPr algn="l">
              <a:lnSpc>
                <a:spcPts val="3225"/>
              </a:lnSpc>
            </a:pPr>
            <a:r>
              <a:rPr lang="en-US" sz="2100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For Your Attention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3195" y="7574194"/>
            <a:ext cx="5249485" cy="756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112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</a:rPr>
              <a:t>Email:</a:t>
            </a:r>
          </a:p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73E88"/>
                </a:solidFill>
                <a:latin typeface="Poppins Bold"/>
                <a:ea typeface="Poppins Bold"/>
                <a:cs typeface="Poppins Bold"/>
                <a:sym typeface="Poppins Bold"/>
              </a:rPr>
              <a:t>chindamsumeeth12@gmail.com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6523082"/>
            <a:ext cx="3061706" cy="756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112" b="1">
                <a:solidFill>
                  <a:srgbClr val="101419"/>
                </a:solidFill>
                <a:latin typeface="Poppins Bold"/>
                <a:ea typeface="Poppins Bold"/>
                <a:cs typeface="Poppins Bold"/>
                <a:sym typeface="Poppins Bold"/>
                <a:hlinkClick r:id="rId6" tooltip="https://www.linkedin.com/in/sumeeth-chindam/"/>
              </a:rPr>
              <a:t>Linkedin:</a:t>
            </a:r>
          </a:p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73E88"/>
                </a:solidFill>
                <a:latin typeface="Poppins Bold"/>
                <a:ea typeface="Poppins Bold"/>
                <a:cs typeface="Poppins Bold"/>
                <a:sym typeface="Poppins Bold"/>
                <a:hlinkClick r:id="rId6" tooltip="https://www.linkedin.com/in/sumeeth-chindam/"/>
              </a:rPr>
              <a:t>sumeeth-chindam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488</Words>
  <Application>Microsoft Office PowerPoint</Application>
  <PresentationFormat>Custom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Roboto</vt:lpstr>
      <vt:lpstr>Poppins Bold</vt:lpstr>
      <vt:lpstr>Poppins</vt:lpstr>
      <vt:lpstr>Calibri</vt:lpstr>
      <vt:lpstr>Poppins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Loan Modelling (1).pdf</dc:title>
  <cp:lastModifiedBy>chindamsumeeth12@outlook.com</cp:lastModifiedBy>
  <cp:revision>2</cp:revision>
  <dcterms:created xsi:type="dcterms:W3CDTF">2006-08-16T00:00:00Z</dcterms:created>
  <dcterms:modified xsi:type="dcterms:W3CDTF">2025-11-08T07:27:28Z</dcterms:modified>
  <dc:identifier>DAG4CjpXDaM</dc:identifier>
</cp:coreProperties>
</file>